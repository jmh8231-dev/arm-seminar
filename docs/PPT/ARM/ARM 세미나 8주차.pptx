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17"/>
  </p:notesMasterIdLst>
  <p:sldIdLst>
    <p:sldId id="256" r:id="rId2"/>
    <p:sldId id="405" r:id="rId3"/>
    <p:sldId id="258" r:id="rId4"/>
    <p:sldId id="463" r:id="rId5"/>
    <p:sldId id="496" r:id="rId6"/>
    <p:sldId id="517" r:id="rId7"/>
    <p:sldId id="491" r:id="rId8"/>
    <p:sldId id="518" r:id="rId9"/>
    <p:sldId id="519" r:id="rId10"/>
    <p:sldId id="509" r:id="rId11"/>
    <p:sldId id="520" r:id="rId12"/>
    <p:sldId id="521" r:id="rId13"/>
    <p:sldId id="522" r:id="rId14"/>
    <p:sldId id="515" r:id="rId15"/>
    <p:sldId id="45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05"/>
            <p14:sldId id="258"/>
            <p14:sldId id="463"/>
            <p14:sldId id="496"/>
            <p14:sldId id="517"/>
            <p14:sldId id="491"/>
            <p14:sldId id="518"/>
            <p14:sldId id="519"/>
            <p14:sldId id="509"/>
            <p14:sldId id="520"/>
            <p14:sldId id="521"/>
            <p14:sldId id="522"/>
            <p14:sldId id="515"/>
            <p14:sldId id="4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4659"/>
  </p:normalViewPr>
  <p:slideViewPr>
    <p:cSldViewPr snapToGrid="0">
      <p:cViewPr varScale="1">
        <p:scale>
          <a:sx n="146" d="100"/>
          <a:sy n="146" d="100"/>
        </p:scale>
        <p:origin x="1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2025. 12. 18.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18.12.2025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12/18/25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8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ARM </a:t>
            </a:r>
            <a:r>
              <a:rPr lang="ko-KR" altLang="en-US" dirty="0"/>
              <a:t>프로세서 개요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b="1" dirty="0"/>
              <a:t>2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47106" y="2531331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*</a:t>
            </a:r>
            <a:r>
              <a:rPr lang="en-US" dirty="0"/>
              <a:t>UART </a:t>
            </a:r>
            <a:r>
              <a:rPr lang="ko-KR" altLang="en-US" dirty="0"/>
              <a:t>통신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CLCD </a:t>
            </a:r>
            <a:r>
              <a:rPr lang="ko-KR" altLang="en-US" dirty="0"/>
              <a:t>출력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ADC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DAC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PWM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USB Mass Storage</a:t>
            </a:r>
            <a:endParaRPr lang="ru-RU" altLang="ko-KR" dirty="0"/>
          </a:p>
          <a:p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dirty="0"/>
              <a:t>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48" y="4603665"/>
            <a:ext cx="1726129" cy="294537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SDIO &amp; FATFS</a:t>
            </a:r>
            <a:endParaRPr lang="ru-RU" altLang="ko-KR" dirty="0">
              <a:solidFill>
                <a:schemeClr val="accent1"/>
              </a:solidFill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/>
          <a:lstStyle/>
          <a:p>
            <a:r>
              <a:rPr lang="en-US" dirty="0"/>
              <a:t>9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SPI</a:t>
            </a:r>
            <a:endParaRPr lang="ru-RU" altLang="ko-KR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1456489" y="4399390"/>
            <a:ext cx="595872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*</a:t>
            </a:r>
            <a:r>
              <a:rPr lang="en-US" altLang="ko-KR" dirty="0"/>
              <a:t>Timer</a:t>
            </a:r>
            <a:endParaRPr lang="ru-RU" altLang="ko-KR" dirty="0"/>
          </a:p>
          <a:p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FF00B-D1F5-341B-BF95-B94155C8B634}"/>
              </a:ext>
            </a:extLst>
          </p:cNvPr>
          <p:cNvSpPr txBox="1"/>
          <p:nvPr/>
        </p:nvSpPr>
        <p:spPr>
          <a:xfrm>
            <a:off x="8669225" y="6530168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</a:t>
            </a:r>
            <a:r>
              <a:rPr lang="ko-KR" altLang="en-US" sz="1200" dirty="0"/>
              <a:t>  실무에 특화된 응용문제가 존재하는 </a:t>
            </a:r>
            <a:r>
              <a:rPr lang="ko-KR" altLang="en-US" sz="1200" dirty="0" err="1"/>
              <a:t>회차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916F7C7-3BD3-B7C6-1B7D-67BB42EBF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159" y="0"/>
            <a:ext cx="6188743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253620" y="4178871"/>
            <a:ext cx="5983823" cy="26524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 err="1">
                <a:latin typeface="+mn-lt"/>
              </a:rPr>
              <a:t>SDcard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 MCU </a:t>
            </a:r>
            <a:r>
              <a:rPr lang="ko-KR" altLang="en-US" sz="2800" dirty="0"/>
              <a:t>내부 </a:t>
            </a:r>
            <a:r>
              <a:rPr lang="en-US" altLang="ko-KR" sz="2800" dirty="0"/>
              <a:t>SDIO </a:t>
            </a:r>
            <a:r>
              <a:rPr lang="ko-KR" altLang="en-US" sz="2800" dirty="0"/>
              <a:t>하드웨어 설명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02828-F993-3B3C-4DFE-D5E498F05A0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1628E0-3939-5C69-EB42-E94A187F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16632"/>
            <a:ext cx="7772400" cy="417621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32E3258-3719-9160-445F-200410C9E4C6}"/>
              </a:ext>
            </a:extLst>
          </p:cNvPr>
          <p:cNvSpPr/>
          <p:nvPr/>
        </p:nvSpPr>
        <p:spPr>
          <a:xfrm>
            <a:off x="2891613" y="3341140"/>
            <a:ext cx="2025686" cy="31645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C0B8-439C-01A9-B7F6-10620C12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2FD67-5668-8CC5-4A45-D2DD30D8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 err="1">
                <a:latin typeface="+mn-lt"/>
              </a:rPr>
              <a:t>SDcard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PINMAP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A9D3F1-34DB-AA61-12F6-791210BBE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96" y="3136678"/>
            <a:ext cx="4140200" cy="2349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1EFEC4-F09F-550D-4D2E-473496EF75D0}"/>
              </a:ext>
            </a:extLst>
          </p:cNvPr>
          <p:cNvSpPr txBox="1"/>
          <p:nvPr/>
        </p:nvSpPr>
        <p:spPr>
          <a:xfrm>
            <a:off x="6464744" y="3849763"/>
            <a:ext cx="44765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SDcard</a:t>
            </a:r>
            <a:r>
              <a:rPr kumimoji="1" lang="ko-KR" altLang="en-US" dirty="0"/>
              <a:t>는 두가지 통신 방법으로 동작한다</a:t>
            </a:r>
            <a:r>
              <a:rPr kumimoji="1"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SDIO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SPI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30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1A3A8-CF30-518C-F7E5-A7430869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D36FB-45EA-F4E3-1D60-ED7A19FA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 err="1">
                <a:latin typeface="+mn-lt"/>
              </a:rPr>
              <a:t>SDcard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SPI vs SDIO</a:t>
            </a:r>
            <a:endParaRPr lang="ko-KR" alt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06E1A5-0B2A-759E-FCCB-5F6C31D4B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987" y="3254070"/>
            <a:ext cx="9024025" cy="291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07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2FA5-DF9D-4356-0255-764D666B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9CD41-46D5-A272-AA65-0DECCF183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en-US" altLang="ko-KR" dirty="0" err="1">
                <a:latin typeface="+mn-lt"/>
              </a:rPr>
              <a:t>SDcard</a:t>
            </a:r>
            <a:r>
              <a:rPr lang="en-US" altLang="ko-KR" dirty="0">
                <a:latin typeface="+mn-lt"/>
              </a:rPr>
              <a:t> Hardware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2-1 PINMAP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C5D26E-FE5D-2C34-CB58-0AAE18A2B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49" y="2946712"/>
            <a:ext cx="6529221" cy="3355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71977B-5F2F-31D0-C288-5CBDD8C13ECB}"/>
              </a:ext>
            </a:extLst>
          </p:cNvPr>
          <p:cNvSpPr txBox="1"/>
          <p:nvPr/>
        </p:nvSpPr>
        <p:spPr>
          <a:xfrm>
            <a:off x="8939380" y="3331824"/>
            <a:ext cx="130997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D0: PC8</a:t>
            </a:r>
          </a:p>
          <a:p>
            <a:r>
              <a:rPr kumimoji="1" lang="en-US" altLang="ko-KR" dirty="0"/>
              <a:t>D1: PC9</a:t>
            </a:r>
          </a:p>
          <a:p>
            <a:r>
              <a:rPr kumimoji="1" lang="en-US" altLang="ko-KR" dirty="0"/>
              <a:t>D2: PC10</a:t>
            </a:r>
          </a:p>
          <a:p>
            <a:r>
              <a:rPr kumimoji="1" lang="en-US" altLang="ko-KR" dirty="0"/>
              <a:t>D3: PC11</a:t>
            </a:r>
          </a:p>
          <a:p>
            <a:r>
              <a:rPr kumimoji="1" lang="en-US" altLang="ko-KR" dirty="0"/>
              <a:t>CMD: PD2</a:t>
            </a:r>
          </a:p>
          <a:p>
            <a:r>
              <a:rPr kumimoji="1" lang="en-US" altLang="ko-KR" dirty="0"/>
              <a:t>CLK: PC12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WP: PC6</a:t>
            </a:r>
          </a:p>
          <a:p>
            <a:r>
              <a:rPr kumimoji="1" lang="en-US" altLang="ko-KR" dirty="0"/>
              <a:t>INT: PC7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577F5-D483-4AC1-B5C2-7B72D60F5410}"/>
              </a:ext>
            </a:extLst>
          </p:cNvPr>
          <p:cNvSpPr txBox="1"/>
          <p:nvPr/>
        </p:nvSpPr>
        <p:spPr>
          <a:xfrm>
            <a:off x="4890001" y="4949270"/>
            <a:ext cx="25841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*</a:t>
            </a:r>
            <a:r>
              <a:rPr kumimoji="1" lang="en-US" altLang="ko-KR" sz="1200" b="1" dirty="0"/>
              <a:t>SDIO</a:t>
            </a:r>
            <a:r>
              <a:rPr kumimoji="1" lang="ko-KR" altLang="en-US" sz="1200" b="1" dirty="0"/>
              <a:t>는 </a:t>
            </a:r>
            <a:r>
              <a:rPr kumimoji="1" lang="en-US" altLang="ko-KR" sz="1200" b="1" dirty="0" err="1"/>
              <a:t>Pull-UP</a:t>
            </a:r>
            <a:r>
              <a:rPr kumimoji="1" lang="en-US" altLang="ko-KR" sz="1200" b="1" dirty="0"/>
              <a:t> </a:t>
            </a:r>
            <a:r>
              <a:rPr kumimoji="1" lang="ko-KR" altLang="en-US" sz="1200" b="1" dirty="0"/>
              <a:t>저항이 필수이다</a:t>
            </a:r>
            <a:r>
              <a:rPr kumimoji="1" lang="en-US" altLang="ko-KR" sz="1200" b="1" dirty="0"/>
              <a:t>.</a:t>
            </a:r>
            <a:endParaRPr kumimoji="1"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56884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9A84-C973-AA99-48EB-D76E8C17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A49AD-1DA4-FDEF-ADC6-98A030684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en-US" altLang="ko-KR" dirty="0" err="1">
                <a:latin typeface="+mn-lt"/>
              </a:rPr>
              <a:t>SDcard</a:t>
            </a:r>
            <a:r>
              <a:rPr lang="en-US" altLang="ko-KR" dirty="0">
                <a:latin typeface="+mn-lt"/>
              </a:rPr>
              <a:t> Hardware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2-2 </a:t>
            </a:r>
            <a:r>
              <a:rPr lang="en-US" altLang="ko-KR" sz="2800" dirty="0" err="1">
                <a:latin typeface="+mn-lt"/>
              </a:rPr>
              <a:t>ArtWork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8B08C-E329-2418-5693-1C452F2C5CA0}"/>
              </a:ext>
            </a:extLst>
          </p:cNvPr>
          <p:cNvSpPr txBox="1"/>
          <p:nvPr/>
        </p:nvSpPr>
        <p:spPr>
          <a:xfrm>
            <a:off x="6959754" y="4056051"/>
            <a:ext cx="4780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SDIO</a:t>
            </a:r>
            <a:r>
              <a:rPr kumimoji="1" lang="ko-KR" altLang="en-US" sz="1400" dirty="0"/>
              <a:t>는 고속 통신 프로토콜 이므로</a:t>
            </a:r>
            <a:endParaRPr kumimoji="1" lang="en-US" altLang="ko-KR" sz="1400" dirty="0"/>
          </a:p>
          <a:p>
            <a:r>
              <a:rPr kumimoji="1" lang="ko-KR" altLang="en-US" sz="1400" dirty="0"/>
              <a:t>임피던스 매칭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단일 종단 </a:t>
            </a:r>
            <a:r>
              <a:rPr kumimoji="1" lang="en-US" altLang="ko-KR" sz="1400" dirty="0"/>
              <a:t>50ohm)</a:t>
            </a:r>
            <a:r>
              <a:rPr kumimoji="1" lang="ko-KR" altLang="en-US" sz="1400" dirty="0"/>
              <a:t>과 길이 매칭이 요구된다</a:t>
            </a:r>
            <a:r>
              <a:rPr kumimoji="1" lang="en-US" altLang="ko-KR" sz="14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11A40A-E828-ED35-15C9-CACACE73A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70" y="5511178"/>
            <a:ext cx="6377455" cy="1143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D08133-18C7-254A-4911-66B11DA01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70" y="2600924"/>
            <a:ext cx="6377454" cy="291025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DA414A-6554-D505-7D2B-38BE4FAE7713}"/>
              </a:ext>
            </a:extLst>
          </p:cNvPr>
          <p:cNvSpPr/>
          <p:nvPr/>
        </p:nvSpPr>
        <p:spPr>
          <a:xfrm>
            <a:off x="1427294" y="5511178"/>
            <a:ext cx="702043" cy="11430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6996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5F547-2316-A8DD-61C5-A9B749A2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1C605-ACC4-B35B-57FD-6BF3FB907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en-US" altLang="ko-KR" dirty="0" err="1">
                <a:latin typeface="+mn-lt"/>
              </a:rPr>
              <a:t>SDcard</a:t>
            </a:r>
            <a:r>
              <a:rPr lang="en-US" altLang="ko-KR" dirty="0">
                <a:latin typeface="+mn-lt"/>
              </a:rPr>
              <a:t> Hardware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2-3 Layout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76377C-F26A-16E9-E212-DD88AFE37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976" y="2480283"/>
            <a:ext cx="7772400" cy="423778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DB3C08F-7493-F559-E470-98F57787A5D5}"/>
              </a:ext>
            </a:extLst>
          </p:cNvPr>
          <p:cNvSpPr/>
          <p:nvPr/>
        </p:nvSpPr>
        <p:spPr>
          <a:xfrm>
            <a:off x="3312301" y="4974848"/>
            <a:ext cx="562709" cy="39645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276101-A8E3-F219-A3B3-E34650C804FA}"/>
              </a:ext>
            </a:extLst>
          </p:cNvPr>
          <p:cNvSpPr/>
          <p:nvPr/>
        </p:nvSpPr>
        <p:spPr>
          <a:xfrm>
            <a:off x="4022082" y="5371301"/>
            <a:ext cx="2711228" cy="90161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942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2FDA-BF75-3748-A8A0-37BE36789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69805-3B55-C3EA-7375-D9C576D1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r>
              <a:rPr lang="ko-KR" altLang="en-US" dirty="0">
                <a:latin typeface="+mn-lt"/>
              </a:rPr>
              <a:t> 설정 방법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3-1 SDIO</a:t>
            </a:r>
            <a:r>
              <a:rPr lang="ko-KR" altLang="en-US" sz="2800" dirty="0">
                <a:latin typeface="+mn-lt"/>
              </a:rPr>
              <a:t> 활성화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ADE08-79FE-59C1-651C-0E8375B6D15F}"/>
              </a:ext>
            </a:extLst>
          </p:cNvPr>
          <p:cNvSpPr txBox="1"/>
          <p:nvPr/>
        </p:nvSpPr>
        <p:spPr>
          <a:xfrm>
            <a:off x="5919176" y="2730409"/>
            <a:ext cx="609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SDIO</a:t>
            </a:r>
            <a:r>
              <a:rPr kumimoji="1" lang="ko-KR" altLang="en-US" dirty="0"/>
              <a:t>탭에서 </a:t>
            </a:r>
            <a:r>
              <a:rPr kumimoji="1" lang="en-US" altLang="ko-KR" dirty="0"/>
              <a:t>Mode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SD 4bit Wide bus</a:t>
            </a:r>
            <a:r>
              <a:rPr kumimoji="1" lang="ko-KR" altLang="en-US" dirty="0"/>
              <a:t>로 활성화한다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ABFBC0-74B7-CB63-6E82-B2E03142D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46" y="2492606"/>
            <a:ext cx="5061726" cy="400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9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A7F55-75A4-5146-86BF-B5A5CD04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FE298-9B4A-6808-F441-C4C687A7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r>
              <a:rPr lang="ko-KR" altLang="en-US" dirty="0">
                <a:latin typeface="+mn-lt"/>
              </a:rPr>
              <a:t> 설정 방법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3-2 SDIO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DMA </a:t>
            </a:r>
            <a:r>
              <a:rPr lang="ko-KR" altLang="en-US" sz="2800" dirty="0">
                <a:latin typeface="+mn-lt"/>
              </a:rPr>
              <a:t>및 인터럽트 활성화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9440EB-6680-A835-47C8-9CEC2C7AA2F8}"/>
              </a:ext>
            </a:extLst>
          </p:cNvPr>
          <p:cNvSpPr txBox="1"/>
          <p:nvPr/>
        </p:nvSpPr>
        <p:spPr>
          <a:xfrm>
            <a:off x="6168558" y="2986188"/>
            <a:ext cx="5437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 DMA Settings </a:t>
            </a:r>
            <a:r>
              <a:rPr kumimoji="1" lang="ko-KR" altLang="en-US" dirty="0"/>
              <a:t>탭에서 </a:t>
            </a:r>
            <a:r>
              <a:rPr kumimoji="1" lang="en-US" altLang="ko-KR" dirty="0"/>
              <a:t>Rx, Tx DMA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활성화 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NVIC Settings </a:t>
            </a:r>
            <a:r>
              <a:rPr kumimoji="1" lang="ko-KR" altLang="en-US" dirty="0"/>
              <a:t>탭에서 글로벌 인터럽트를 활성화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89525B-C32F-E203-B761-4D32EC37C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52" y="2429875"/>
            <a:ext cx="5574324" cy="30458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6E66D0-96D9-9C64-C3A6-782D242C3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52" y="5475693"/>
            <a:ext cx="5574324" cy="1091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289503-B91F-7AE0-1495-59A9E1F1C303}"/>
              </a:ext>
            </a:extLst>
          </p:cNvPr>
          <p:cNvSpPr txBox="1"/>
          <p:nvPr/>
        </p:nvSpPr>
        <p:spPr>
          <a:xfrm>
            <a:off x="1326252" y="6567571"/>
            <a:ext cx="45929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b="1" dirty="0"/>
              <a:t>*만약 인터럽트를 활성화 하지 않는다면 </a:t>
            </a:r>
            <a:r>
              <a:rPr kumimoji="1" lang="en-US" altLang="ko-KR" sz="1050" b="1" dirty="0"/>
              <a:t>DMA</a:t>
            </a:r>
            <a:r>
              <a:rPr kumimoji="1" lang="ko-KR" altLang="en-US" sz="1050" b="1" dirty="0"/>
              <a:t> 통신에 문제가 생길 수 있다</a:t>
            </a:r>
            <a:r>
              <a:rPr kumimoji="1" lang="en-US" altLang="ko-KR" sz="1050" b="1" dirty="0"/>
              <a:t>.</a:t>
            </a:r>
            <a:endParaRPr kumimoji="1"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555196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39AB-3C36-0959-D249-8D823F03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49438-D3AD-45AB-4E45-541565CA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r>
              <a:rPr lang="ko-KR" altLang="en-US" dirty="0">
                <a:latin typeface="+mn-lt"/>
              </a:rPr>
              <a:t> 설정 방법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3-3 FATFS</a:t>
            </a:r>
            <a:r>
              <a:rPr lang="ko-KR" altLang="en-US" sz="2800" dirty="0">
                <a:latin typeface="+mn-lt"/>
              </a:rPr>
              <a:t> 설정</a:t>
            </a:r>
            <a:endParaRPr lang="ko-KR" alt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D8673A-1FA7-7730-3E2D-6121762FE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424458"/>
            <a:ext cx="3958177" cy="4337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DCF8FA-7299-ED60-DC11-4FC51ECAA9E0}"/>
              </a:ext>
            </a:extLst>
          </p:cNvPr>
          <p:cNvSpPr txBox="1"/>
          <p:nvPr/>
        </p:nvSpPr>
        <p:spPr>
          <a:xfrm>
            <a:off x="6096000" y="2762384"/>
            <a:ext cx="4270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/>
              <a:t>FATFS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SD Card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활성화 해준다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D8F36-7516-6DCA-BEF3-FADA121F6964}"/>
              </a:ext>
            </a:extLst>
          </p:cNvPr>
          <p:cNvSpPr txBox="1"/>
          <p:nvPr/>
        </p:nvSpPr>
        <p:spPr>
          <a:xfrm>
            <a:off x="6096000" y="3298195"/>
            <a:ext cx="46442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b="1" dirty="0"/>
              <a:t>*이때 </a:t>
            </a:r>
            <a:r>
              <a:rPr kumimoji="1" lang="en-US" altLang="ko-KR" sz="1100" b="1" dirty="0"/>
              <a:t>USE_LFN</a:t>
            </a:r>
            <a:r>
              <a:rPr kumimoji="1" lang="ko-KR" altLang="en-US" sz="1100" b="1" dirty="0"/>
              <a:t>도 활성화 되어 있어야 이름이 긴 파일에 접근할 수 있다</a:t>
            </a:r>
            <a:r>
              <a:rPr kumimoji="1" lang="en-US" altLang="ko-KR" sz="1100" b="1" dirty="0"/>
              <a:t>.</a:t>
            </a:r>
            <a:endParaRPr kumimoji="1"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681380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5BE3-9602-0BE8-AC06-C8BF346BE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EC976-7D74-B658-8606-BAAD25415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r>
              <a:rPr lang="ko-KR" altLang="en-US" dirty="0">
                <a:latin typeface="+mn-lt"/>
              </a:rPr>
              <a:t> 설정 방법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3-4 FATFS</a:t>
            </a:r>
            <a:r>
              <a:rPr lang="ko-KR" altLang="en-US" sz="2800" dirty="0">
                <a:latin typeface="+mn-lt"/>
              </a:rPr>
              <a:t> 설정</a:t>
            </a:r>
            <a:r>
              <a:rPr lang="en-US" altLang="ko-KR" sz="2800" dirty="0">
                <a:latin typeface="+mn-lt"/>
              </a:rPr>
              <a:t>(DMA)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 descr="스크린샷, 텍스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0CA56C-C8AE-AAF7-A7F9-F7CBFD48C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59" y="3676278"/>
            <a:ext cx="6915740" cy="15223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58B4534-6978-D5E4-F57A-FE007E58E3B0}"/>
              </a:ext>
            </a:extLst>
          </p:cNvPr>
          <p:cNvSpPr/>
          <p:nvPr/>
        </p:nvSpPr>
        <p:spPr>
          <a:xfrm>
            <a:off x="832614" y="4437464"/>
            <a:ext cx="3381299" cy="15371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22615-53C1-ED24-AB08-5E4C9737B80F}"/>
              </a:ext>
            </a:extLst>
          </p:cNvPr>
          <p:cNvSpPr txBox="1"/>
          <p:nvPr/>
        </p:nvSpPr>
        <p:spPr>
          <a:xfrm>
            <a:off x="7278799" y="3676278"/>
            <a:ext cx="42407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5. DMA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사용하여 통신하므로</a:t>
            </a:r>
            <a:endParaRPr kumimoji="1" lang="en-US" altLang="ko-KR" dirty="0"/>
          </a:p>
          <a:p>
            <a:r>
              <a:rPr kumimoji="1" lang="en-US" altLang="ko-KR" dirty="0"/>
              <a:t>Use </a:t>
            </a:r>
            <a:r>
              <a:rPr kumimoji="1" lang="en-US" altLang="ko-KR" dirty="0" err="1"/>
              <a:t>dma</a:t>
            </a:r>
            <a:r>
              <a:rPr kumimoji="1" lang="en-US" altLang="ko-KR" dirty="0"/>
              <a:t> template</a:t>
            </a:r>
            <a:r>
              <a:rPr kumimoji="1" lang="ko-KR" altLang="en-US" dirty="0"/>
              <a:t>을 활성화 해야 한다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097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E4BF-965E-9FDF-88D3-BA2D5442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992C8-B8E7-839C-9262-1D3D992F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4-1 </a:t>
            </a:r>
            <a:r>
              <a:rPr lang="en-US" altLang="ko-KR" sz="2800" dirty="0" err="1">
                <a:latin typeface="+mn-lt"/>
              </a:rPr>
              <a:t>f_mount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899715-2DC6-37AA-8437-D05F853D2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733675"/>
            <a:ext cx="4775200" cy="375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578940-6ADD-C68A-EAFA-84F32EFFB70E}"/>
              </a:ext>
            </a:extLst>
          </p:cNvPr>
          <p:cNvSpPr txBox="1"/>
          <p:nvPr/>
        </p:nvSpPr>
        <p:spPr>
          <a:xfrm>
            <a:off x="5441604" y="2733675"/>
            <a:ext cx="5912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f_mount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함수는</a:t>
            </a:r>
            <a:r>
              <a:rPr kumimoji="1" lang="en-US" altLang="ko-KR" dirty="0"/>
              <a:t> </a:t>
            </a:r>
            <a:r>
              <a:rPr kumimoji="1" lang="ko-KR" altLang="en-US" dirty="0"/>
              <a:t>매개변수가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개이다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이때 만약 </a:t>
            </a:r>
            <a:r>
              <a:rPr kumimoji="1" lang="en-US" altLang="ko-KR" dirty="0"/>
              <a:t>opt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이라면 즉시 마운트를 시도하기 때문에</a:t>
            </a:r>
            <a:endParaRPr kumimoji="1" lang="en-US" altLang="ko-KR" dirty="0"/>
          </a:p>
          <a:p>
            <a:r>
              <a:rPr kumimoji="1" lang="ko-KR" altLang="en-US" dirty="0"/>
              <a:t>시점에 따라 </a:t>
            </a:r>
            <a:r>
              <a:rPr kumimoji="1" lang="en-US" altLang="ko-KR" dirty="0"/>
              <a:t>opt </a:t>
            </a:r>
            <a:r>
              <a:rPr kumimoji="1" lang="ko-KR" altLang="en-US" dirty="0"/>
              <a:t>조절이 필요하다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2266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AD81B-2115-D1FD-6972-35A23BEA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4D23E633-E6C0-7FD3-835A-F657588DC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230468DB-7E91-A677-B40E-B9728D769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638EE6DE-901A-49FB-D236-5EF89F7FA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2914EAE0-BBD5-3860-803F-947A1145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AFB3-2137-405A-75EF-3123B1714BE7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85793855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3808</TotalTime>
  <Words>326</Words>
  <Application>Microsoft Macintosh PowerPoint</Application>
  <PresentationFormat>와이드스크린</PresentationFormat>
  <Paragraphs>63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Avenir Next LT Pro</vt:lpstr>
      <vt:lpstr>Bahnschrift</vt:lpstr>
      <vt:lpstr>MatrixVTI</vt:lpstr>
      <vt:lpstr>ARM Processor </vt:lpstr>
      <vt:lpstr>ARM Processor Seminar Roadmap</vt:lpstr>
      <vt:lpstr>PowerPoint 프레젠테이션</vt:lpstr>
      <vt:lpstr>1. SDcard 1-1 MCU 내부 SDIO 하드웨어 설명</vt:lpstr>
      <vt:lpstr>1. SDcard 1-2 PINMAP</vt:lpstr>
      <vt:lpstr>1. SDcard 1-3 SPI vs SDIO</vt:lpstr>
      <vt:lpstr>2. SDcard Hardware 2-1 PINMAP</vt:lpstr>
      <vt:lpstr>2. SDcard Hardware 2-2 ArtWork</vt:lpstr>
      <vt:lpstr>2. SDcard Hardware 2-3 Layout</vt:lpstr>
      <vt:lpstr>3. STM32CubeMX 설정 방법 3-1 SDIO 활성화</vt:lpstr>
      <vt:lpstr>3. STM32CubeMX 설정 방법 3-2 SDIO DMA 및 인터럽트 활성화</vt:lpstr>
      <vt:lpstr>3. STM32CubeMX 설정 방법 3-3 FATFS 설정</vt:lpstr>
      <vt:lpstr>3. STM32CubeMX 설정 방법 3-4 FATFS 설정(DMA)</vt:lpstr>
      <vt:lpstr>4. STM32CubeIDE 4-1 f_mount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1098</cp:revision>
  <dcterms:created xsi:type="dcterms:W3CDTF">2023-04-01T05:56:39Z</dcterms:created>
  <dcterms:modified xsi:type="dcterms:W3CDTF">2025-12-18T06:58:40Z</dcterms:modified>
</cp:coreProperties>
</file>
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0" r:id="rId1"/>
  </p:sldMasterIdLst>
  <p:notesMasterIdLst>
    <p:notesMasterId r:id="rId20"/>
  </p:notesMasterIdLst>
  <p:sldIdLst>
    <p:sldId id="256" r:id="rId2"/>
    <p:sldId id="506" r:id="rId3"/>
    <p:sldId id="507" r:id="rId4"/>
    <p:sldId id="508" r:id="rId5"/>
    <p:sldId id="405" r:id="rId6"/>
    <p:sldId id="258" r:id="rId7"/>
    <p:sldId id="463" r:id="rId8"/>
    <p:sldId id="496" r:id="rId9"/>
    <p:sldId id="491" r:id="rId10"/>
    <p:sldId id="509" r:id="rId11"/>
    <p:sldId id="510" r:id="rId12"/>
    <p:sldId id="511" r:id="rId13"/>
    <p:sldId id="512" r:id="rId14"/>
    <p:sldId id="513" r:id="rId15"/>
    <p:sldId id="514" r:id="rId16"/>
    <p:sldId id="515" r:id="rId17"/>
    <p:sldId id="516" r:id="rId18"/>
    <p:sldId id="459" r:id="rId19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기본 구역" id="{53AECD4F-9523-4815-827E-2B8DD5C14A03}">
          <p14:sldIdLst>
            <p14:sldId id="256"/>
            <p14:sldId id="506"/>
            <p14:sldId id="507"/>
            <p14:sldId id="508"/>
            <p14:sldId id="405"/>
            <p14:sldId id="258"/>
            <p14:sldId id="463"/>
            <p14:sldId id="496"/>
            <p14:sldId id="491"/>
            <p14:sldId id="509"/>
            <p14:sldId id="510"/>
            <p14:sldId id="511"/>
            <p14:sldId id="512"/>
            <p14:sldId id="513"/>
            <p14:sldId id="514"/>
            <p14:sldId id="515"/>
            <p14:sldId id="516"/>
            <p14:sldId id="45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66" autoAdjust="0"/>
    <p:restoredTop sz="94656"/>
  </p:normalViewPr>
  <p:slideViewPr>
    <p:cSldViewPr snapToGrid="0">
      <p:cViewPr varScale="1">
        <p:scale>
          <a:sx n="199" d="100"/>
          <a:sy n="199" d="100"/>
        </p:scale>
        <p:origin x="225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5A3A56-EDB2-4B73-A1CB-5609952E432E}" type="datetimeFigureOut">
              <a:rPr lang="ko-KR" altLang="en-US" smtClean="0"/>
              <a:t>2025. 12. 15.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7DC4E7-C879-4C34-B87B-3BCA38CC4A2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0586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7DC4E7-C879-4C34-B87B-3BCA38CC4A2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91991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0666DC1-CD27-4874-9484-9D06C59FE4D0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77579F-F417-47C2-AC03-911CCED021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4552" y="447675"/>
            <a:ext cx="8397511" cy="2714625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43E600-28DA-4780-9E00-2E12F74FF6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4552" y="3602037"/>
            <a:ext cx="8397511" cy="2460625"/>
          </a:xfrm>
        </p:spPr>
        <p:txBody>
          <a:bodyPr>
            <a:normAutofit/>
          </a:bodyPr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E6F1DC-ADFB-42C9-AB34-FCB38C8123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538219-6E45-4D12-B767-46F92D5844D4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799E6D-BBA8-4A15-94DA-DBE8A4FDE6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803C82-8719-4FAC-94BF-2A91335FB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2047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59CF16-986E-4D90-AA40-CDB46E233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F14DA-A783-43BC-8F15-95408B89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8C48B6-C394-452A-94D9-D4802755D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B296A2-D8F0-4E17-BFD0-A6C902250D59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58A8A-3DD0-41C8-9F48-F4309FA195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706C92-7C02-4D34-B3E5-D549A7A3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11234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3266F9FA-E6B8-4CFC-B3F1-0C075546EE33}"/>
              </a:ext>
            </a:extLst>
          </p:cNvPr>
          <p:cNvSpPr/>
          <p:nvPr/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16F270-B2AA-4935-885F-5924B1F63A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10862898" cy="272415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22658E-3D87-4D5A-A602-847153CC48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3695701"/>
            <a:ext cx="10862898" cy="2393950"/>
          </a:xfrm>
        </p:spPr>
        <p:txBody>
          <a:bodyPr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AB1D84-A229-45B1-BD42-0DC0CE9F8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108C9C-1ACB-4C84-A002-C7E0E45B937A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64EEF4-D461-49D7-8F24-8BFE2444B6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4055A-7488-4646-9E88-692036EA22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145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F1F74-ED26-4F8B-BF51-3533D8404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60"/>
            <a:ext cx="11264536" cy="168751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01D2D7-7F18-43E0-9B2E-3FCD83CC83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8455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CBBB66-EB7D-4F8C-9C78-1D1C88846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70162" y="2552699"/>
            <a:ext cx="5323703" cy="36242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684E6-393D-4587-AA45-E6734FB47A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9AF2A5-B297-4977-9E5B-4D3050E23689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1D8EE0-0333-4ABC-AE18-10DD5071C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452369-A8F0-4709-8372-B420A67DB7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5994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1592-4621-4D72-BC2D-F2C439F81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759"/>
            <a:ext cx="10870836" cy="16916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823F5-0A90-4666-BE88-2BE0D0A616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436473"/>
            <a:ext cx="5332026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EC6A7C-6260-463D-B3FD-71A07ACD06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84552" y="3409051"/>
            <a:ext cx="5332026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BF2AF8D-90ED-4512-9423-C91BF73A99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70162" y="2436473"/>
            <a:ext cx="5358285" cy="823912"/>
          </a:xfrm>
        </p:spPr>
        <p:txBody>
          <a:bodyPr anchor="b"/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D838EA-E20D-4CC3-83C2-AFE0DE9F73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70162" y="3409051"/>
            <a:ext cx="5358285" cy="278061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603F8A-08E1-4160-9B7E-E0CA4BF8E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127434-4794-409A-9547-04789BA47588}" type="datetime1">
              <a:rPr lang="en-US" smtClean="0"/>
              <a:t>12/15/25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8291AB-3C5C-4BE1-9E50-02F4893363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A596E64-CD6C-4CF7-8624-FA4AE9760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9351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3562B3-06A0-4F2F-96EC-A062DAE2F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8FC0095-49F0-4A83-AE8C-9D13E15C2B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658635-357A-4E3D-B824-A5CEFDB8449C}" type="datetime1">
              <a:rPr lang="en-US" smtClean="0"/>
              <a:t>12/15/25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1824898-D4EA-497A-8FC8-43E0D0213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4821F6-2C08-450C-A18C-702D738429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35197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3FFE119-5FCA-4D9C-9C07-1B81A0BF3B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86FF77-2719-4AD0-8740-0B90FF5D1EFB}" type="datetime1">
              <a:rPr lang="en-US" smtClean="0"/>
              <a:t>12/15/25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A2C5995-6284-4D7F-AB1C-CA8FE63A78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1E4B0D-9C21-48D0-9438-C473706814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991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roup 26">
            <a:extLst>
              <a:ext uri="{FF2B5EF4-FFF2-40B4-BE49-F238E27FC236}">
                <a16:creationId xmlns:a16="http://schemas.microsoft.com/office/drawing/2014/main" id="{90AF76DA-8F95-47D9-9EB6-B1EC93437387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31355B14-077B-4BA1-962D-6E97D93FFCCC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7230B99F-AC6F-4973-A35E-16C87C38711D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5" name="Rectangle 24">
            <a:extLst>
              <a:ext uri="{FF2B5EF4-FFF2-40B4-BE49-F238E27FC236}">
                <a16:creationId xmlns:a16="http://schemas.microsoft.com/office/drawing/2014/main" id="{58E41614-9483-47F8-A429-FB0D1C5AA89A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E91C-3C4F-40A2-BCC6-918D3BEDD2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87234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30F113-1C61-4F74-BD5B-727668BBEA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10EB228-A180-4DF6-9D5B-2CF86B6B9B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87234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A913719-D65D-4BAE-97B7-FAE8F3998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441C83-1089-48B9-8B65-293D4C236D35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47F5BB-DC3C-45D1-A0D2-05168FECA2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C344BA3-19DB-4072-9A2C-08C92361AF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2091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B0A6909D-DC0B-4221-8140-21E981D896AF}"/>
              </a:ext>
            </a:extLst>
          </p:cNvPr>
          <p:cNvGrpSpPr/>
          <p:nvPr/>
        </p:nvGrpSpPr>
        <p:grpSpPr>
          <a:xfrm>
            <a:off x="2" y="0"/>
            <a:ext cx="6095998" cy="6858002"/>
            <a:chOff x="1" y="4563942"/>
            <a:chExt cx="12192005" cy="229406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53D581C2-F39E-4958-A3F3-BB65AB1C5E66}"/>
                </a:ext>
              </a:extLst>
            </p:cNvPr>
            <p:cNvSpPr/>
            <p:nvPr/>
          </p:nvSpPr>
          <p:spPr>
            <a:xfrm>
              <a:off x="10" y="4563942"/>
              <a:ext cx="12191996" cy="2294060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FD77040-27EF-4D2C-8D34-32337B0C8544}"/>
                </a:ext>
              </a:extLst>
            </p:cNvPr>
            <p:cNvSpPr/>
            <p:nvPr/>
          </p:nvSpPr>
          <p:spPr>
            <a:xfrm>
              <a:off x="1" y="4563942"/>
              <a:ext cx="12192000" cy="2294060"/>
            </a:xfrm>
            <a:prstGeom prst="rect">
              <a:avLst/>
            </a:prstGeom>
            <a:solidFill>
              <a:srgbClr val="FFFFFF">
                <a:alpha val="2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26D20-69F8-4BBC-98C0-BEB470AB8284}"/>
              </a:ext>
            </a:extLst>
          </p:cNvPr>
          <p:cNvSpPr/>
          <p:nvPr/>
        </p:nvSpPr>
        <p:spPr>
          <a:xfrm>
            <a:off x="0" y="0"/>
            <a:ext cx="6095999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547B6BC-4B2A-4001-9634-47473F8270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457200"/>
            <a:ext cx="5211519" cy="1600200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497D074-2CCB-4AB8-A7A0-7847D3C1EF8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70162" y="457201"/>
            <a:ext cx="5085226" cy="540385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1FB94BD-D906-4213-9F31-1BE17A86F9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84552" y="2514600"/>
            <a:ext cx="5211519" cy="3354388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C1B8431-70CB-4E9F-8A49-CDFF18554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62FE45-CC1E-47DB-8B82-6CF0636FBDB8}" type="datetime1">
              <a:rPr lang="en-US" smtClean="0"/>
              <a:t>12/15/25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D2F293-170E-410E-88BF-187A63C5E0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ED93A2-588D-43B5-B6FA-0B7892E6E1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82535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68A33-CB96-4CB1-9941-753BD0824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3EB269-70DF-4510-A313-336226558E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1EA3CC-B2DC-4E87-826C-B885A7E62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6430B8-6059-41E5-A5DC-C07A76F5859A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F37F52-A7C4-4E21-A12A-02546D47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66031F-5A79-48A7-8EDC-DDD9A9E4B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646F3F-274D-499B-ABBE-824EB4ABDC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87502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9188483-96C4-4E9C-AA6A-E70005461AEE}"/>
              </a:ext>
            </a:extLst>
          </p:cNvPr>
          <p:cNvSpPr/>
          <p:nvPr/>
        </p:nvSpPr>
        <p:spPr>
          <a:xfrm>
            <a:off x="9144000" y="0"/>
            <a:ext cx="3048000" cy="685466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0E4FCD54-7F0B-446E-9998-93E7BD7CE74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534222" y="365125"/>
            <a:ext cx="2238678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0766238-BBF1-4672-BC09-746C6967E5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84552" y="365125"/>
            <a:ext cx="8374062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8F32A5-B67B-45C1-B454-12E9FBE0C8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D0CB7-D16E-4358-B7F4-EA4A24554592}" type="datetime1">
              <a:rPr lang="en-US" smtClean="0"/>
              <a:t>12/15/25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1896-9441-4636-89D5-84E5932A1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228110" y="6356350"/>
            <a:ext cx="4114800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937DFE-7F48-4EB0-83BC-A93F342D26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>
                    <a:alpha val="80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303744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569A71A3-950D-4899-B79B-35F2758BD331}"/>
              </a:ext>
            </a:extLst>
          </p:cNvPr>
          <p:cNvGrpSpPr/>
          <p:nvPr userDrawn="1"/>
        </p:nvGrpSpPr>
        <p:grpSpPr>
          <a:xfrm>
            <a:off x="0" y="1207336"/>
            <a:ext cx="12192000" cy="4467863"/>
            <a:chOff x="0" y="1207336"/>
            <a:chExt cx="12192000" cy="4467863"/>
          </a:xfrm>
        </p:grpSpPr>
        <p:sp>
          <p:nvSpPr>
            <p:cNvPr id="33" name="Flowchart: Delay 24">
              <a:extLst>
                <a:ext uri="{FF2B5EF4-FFF2-40B4-BE49-F238E27FC236}">
                  <a16:creationId xmlns:a16="http://schemas.microsoft.com/office/drawing/2014/main" id="{928187B2-0394-40AE-9F9C-6682AC71596C}"/>
                </a:ext>
              </a:extLst>
            </p:cNvPr>
            <p:cNvSpPr/>
            <p:nvPr userDrawn="1"/>
          </p:nvSpPr>
          <p:spPr>
            <a:xfrm flipH="1">
              <a:off x="2613003" y="3441616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5" name="Flowchart: Delay 24">
              <a:extLst>
                <a:ext uri="{FF2B5EF4-FFF2-40B4-BE49-F238E27FC236}">
                  <a16:creationId xmlns:a16="http://schemas.microsoft.com/office/drawing/2014/main" id="{355D9AC9-E7B7-459E-925B-0047C675B750}"/>
                </a:ext>
              </a:extLst>
            </p:cNvPr>
            <p:cNvSpPr/>
            <p:nvPr userDrawn="1"/>
          </p:nvSpPr>
          <p:spPr>
            <a:xfrm>
              <a:off x="9491472" y="1379494"/>
              <a:ext cx="1849273" cy="2052000"/>
            </a:xfrm>
            <a:custGeom>
              <a:avLst/>
              <a:gdLst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  <a:gd name="connsiteX5" fmla="*/ 0 w 2066400"/>
                <a:gd name="connsiteY5" fmla="*/ 0 h 2422800"/>
                <a:gd name="connsiteX0" fmla="*/ 7185 w 2073585"/>
                <a:gd name="connsiteY0" fmla="*/ 0 h 2422800"/>
                <a:gd name="connsiteX1" fmla="*/ 1040385 w 2073585"/>
                <a:gd name="connsiteY1" fmla="*/ 0 h 2422800"/>
                <a:gd name="connsiteX2" fmla="*/ 2073585 w 2073585"/>
                <a:gd name="connsiteY2" fmla="*/ 1211400 h 2422800"/>
                <a:gd name="connsiteX3" fmla="*/ 1040385 w 2073585"/>
                <a:gd name="connsiteY3" fmla="*/ 2422800 h 2422800"/>
                <a:gd name="connsiteX4" fmla="*/ 7185 w 2073585"/>
                <a:gd name="connsiteY4" fmla="*/ 2422800 h 2422800"/>
                <a:gd name="connsiteX5" fmla="*/ 0 w 2073585"/>
                <a:gd name="connsiteY5" fmla="*/ 1045208 h 2422800"/>
                <a:gd name="connsiteX6" fmla="*/ 7185 w 2073585"/>
                <a:gd name="connsiteY6" fmla="*/ 0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6" fmla="*/ 91440 w 2073585"/>
                <a:gd name="connsiteY6" fmla="*/ 1136648 h 2422800"/>
                <a:gd name="connsiteX0" fmla="*/ 0 w 2073585"/>
                <a:gd name="connsiteY0" fmla="*/ 1045208 h 2422800"/>
                <a:gd name="connsiteX1" fmla="*/ 7185 w 2073585"/>
                <a:gd name="connsiteY1" fmla="*/ 0 h 2422800"/>
                <a:gd name="connsiteX2" fmla="*/ 1040385 w 2073585"/>
                <a:gd name="connsiteY2" fmla="*/ 0 h 2422800"/>
                <a:gd name="connsiteX3" fmla="*/ 2073585 w 2073585"/>
                <a:gd name="connsiteY3" fmla="*/ 1211400 h 2422800"/>
                <a:gd name="connsiteX4" fmla="*/ 1040385 w 2073585"/>
                <a:gd name="connsiteY4" fmla="*/ 2422800 h 2422800"/>
                <a:gd name="connsiteX5" fmla="*/ 7185 w 2073585"/>
                <a:gd name="connsiteY5" fmla="*/ 2422800 h 2422800"/>
                <a:gd name="connsiteX0" fmla="*/ 0 w 2066400"/>
                <a:gd name="connsiteY0" fmla="*/ 0 h 2422800"/>
                <a:gd name="connsiteX1" fmla="*/ 1033200 w 2066400"/>
                <a:gd name="connsiteY1" fmla="*/ 0 h 2422800"/>
                <a:gd name="connsiteX2" fmla="*/ 2066400 w 2066400"/>
                <a:gd name="connsiteY2" fmla="*/ 1211400 h 2422800"/>
                <a:gd name="connsiteX3" fmla="*/ 1033200 w 2066400"/>
                <a:gd name="connsiteY3" fmla="*/ 2422800 h 2422800"/>
                <a:gd name="connsiteX4" fmla="*/ 0 w 2066400"/>
                <a:gd name="connsiteY4" fmla="*/ 2422800 h 24228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66400" h="2422800">
                  <a:moveTo>
                    <a:pt x="0" y="0"/>
                  </a:moveTo>
                  <a:lnTo>
                    <a:pt x="1033200" y="0"/>
                  </a:lnTo>
                  <a:cubicBezTo>
                    <a:pt x="1603821" y="0"/>
                    <a:pt x="2066400" y="542362"/>
                    <a:pt x="2066400" y="1211400"/>
                  </a:cubicBezTo>
                  <a:cubicBezTo>
                    <a:pt x="2066400" y="1880438"/>
                    <a:pt x="1603821" y="2422800"/>
                    <a:pt x="1033200" y="2422800"/>
                  </a:cubicBezTo>
                  <a:lnTo>
                    <a:pt x="0" y="2422800"/>
                  </a:lnTo>
                </a:path>
              </a:pathLst>
            </a:custGeom>
            <a:noFill/>
            <a:ln w="3556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5302FB5C-BDE1-4891-8E91-CB3F868629BB}"/>
                </a:ext>
              </a:extLst>
            </p:cNvPr>
            <p:cNvSpPr/>
            <p:nvPr userDrawn="1"/>
          </p:nvSpPr>
          <p:spPr>
            <a:xfrm>
              <a:off x="4416552" y="1207336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rgbClr val="BAC82F"/>
                </a:gs>
                <a:gs pos="100000">
                  <a:srgbClr val="0C6D82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09DE4F0-7E7E-4423-A407-CD6485ACBB4F}"/>
                </a:ext>
              </a:extLst>
            </p:cNvPr>
            <p:cNvSpPr/>
            <p:nvPr userDrawn="1"/>
          </p:nvSpPr>
          <p:spPr>
            <a:xfrm>
              <a:off x="0" y="1207336"/>
              <a:ext cx="4416552" cy="356616"/>
            </a:xfrm>
            <a:prstGeom prst="rect">
              <a:avLst/>
            </a:prstGeom>
            <a:gradFill flip="none" rotWithShape="1">
              <a:gsLst>
                <a:gs pos="0">
                  <a:srgbClr val="F2C020"/>
                </a:gs>
                <a:gs pos="100000">
                  <a:srgbClr val="BAC82F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ED74833-8EE3-4FA9-B6D2-03710E410482}"/>
                </a:ext>
              </a:extLst>
            </p:cNvPr>
            <p:cNvSpPr/>
            <p:nvPr userDrawn="1"/>
          </p:nvSpPr>
          <p:spPr>
            <a:xfrm>
              <a:off x="4416552" y="3269385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100000">
                  <a:schemeClr val="tx1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94005B59-B78D-469E-BAA4-E7B2A61E103D}"/>
                </a:ext>
              </a:extLst>
            </p:cNvPr>
            <p:cNvSpPr/>
            <p:nvPr userDrawn="1"/>
          </p:nvSpPr>
          <p:spPr>
            <a:xfrm>
              <a:off x="4414968" y="5318583"/>
              <a:ext cx="5074920" cy="356616"/>
            </a:xfrm>
            <a:prstGeom prst="rect">
              <a:avLst/>
            </a:prstGeom>
            <a:gradFill flip="none" rotWithShape="1">
              <a:gsLst>
                <a:gs pos="0">
                  <a:schemeClr val="tx2"/>
                </a:gs>
                <a:gs pos="52000">
                  <a:schemeClr val="accent3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 dirty="0"/>
            </a:p>
          </p:txBody>
        </p:sp>
        <p:sp>
          <p:nvSpPr>
            <p:cNvPr id="64" name="Rectangle 63">
              <a:extLst>
                <a:ext uri="{FF2B5EF4-FFF2-40B4-BE49-F238E27FC236}">
                  <a16:creationId xmlns:a16="http://schemas.microsoft.com/office/drawing/2014/main" id="{40BE4BEF-834D-4D0F-8E96-F1F8E6600C46}"/>
                </a:ext>
              </a:extLst>
            </p:cNvPr>
            <p:cNvSpPr/>
            <p:nvPr userDrawn="1"/>
          </p:nvSpPr>
          <p:spPr>
            <a:xfrm>
              <a:off x="9448800" y="5317275"/>
              <a:ext cx="2743200" cy="356616"/>
            </a:xfrm>
            <a:prstGeom prst="rect">
              <a:avLst/>
            </a:prstGeom>
            <a:gradFill flip="none" rotWithShape="1">
              <a:gsLst>
                <a:gs pos="0">
                  <a:schemeClr val="accent5"/>
                </a:gs>
                <a:gs pos="100000">
                  <a:srgbClr val="F2C020"/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A4D6C00-E83E-4187-903F-A0A515BA93F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2638" y="2079876"/>
            <a:ext cx="3052087" cy="1475598"/>
          </a:xfrm>
        </p:spPr>
        <p:txBody>
          <a:bodyPr lIns="0" tIns="0" rIns="0" bIns="0"/>
          <a:lstStyle>
            <a:lvl1pPr>
              <a:defRPr/>
            </a:lvl1pPr>
          </a:lstStyle>
          <a:p>
            <a:r>
              <a:rPr lang="en-US" dirty="0"/>
              <a:t>CLICK TO EDIT</a:t>
            </a:r>
            <a:br>
              <a:rPr lang="en-US" dirty="0"/>
            </a:br>
            <a:r>
              <a:rPr lang="en-US" dirty="0"/>
              <a:t>MASTER TITLE</a:t>
            </a:r>
            <a:br>
              <a:rPr lang="en-US" dirty="0"/>
            </a:br>
            <a:r>
              <a:rPr lang="en-US" dirty="0"/>
              <a:t>STYLE</a:t>
            </a:r>
            <a:endParaRPr lang="ru-RU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00F0DE95-4ED7-482F-BB4E-C1238B352DA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61963" y="3587769"/>
            <a:ext cx="1726129" cy="291597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1" i="1">
                <a:solidFill>
                  <a:schemeClr val="tx2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20XX-20XX</a:t>
            </a:r>
            <a:endParaRPr lang="ru-RU" dirty="0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1F135EA3-D982-467F-B90A-B791DFDDA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1963" y="3927199"/>
            <a:ext cx="1726129" cy="378571"/>
          </a:xfrm>
        </p:spPr>
        <p:txBody>
          <a:bodyPr lIns="0" tIns="0" rIns="0" bIns="0">
            <a:normAutofit/>
          </a:bodyPr>
          <a:lstStyle>
            <a:lvl1pPr marL="0" indent="0">
              <a:buNone/>
              <a:defRPr sz="2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3 Years Plan</a:t>
            </a:r>
            <a:endParaRPr lang="ru-RU" dirty="0"/>
          </a:p>
        </p:txBody>
      </p:sp>
      <p:sp>
        <p:nvSpPr>
          <p:cNvPr id="106" name="Picture Placeholder 104">
            <a:extLst>
              <a:ext uri="{FF2B5EF4-FFF2-40B4-BE49-F238E27FC236}">
                <a16:creationId xmlns:a16="http://schemas.microsoft.com/office/drawing/2014/main" id="{4580320F-7723-4672-AB19-22C87ECD53D3}"/>
              </a:ext>
            </a:extLst>
          </p:cNvPr>
          <p:cNvSpPr>
            <a:spLocks noGrp="1"/>
          </p:cNvSpPr>
          <p:nvPr>
            <p:ph type="pic" sz="quarter" idx="56"/>
          </p:nvPr>
        </p:nvSpPr>
        <p:spPr>
          <a:xfrm>
            <a:off x="461963" y="5725379"/>
            <a:ext cx="950912" cy="685800"/>
          </a:xfrm>
          <a:ln w="3556">
            <a:solidFill>
              <a:srgbClr val="454D55"/>
            </a:solidFill>
          </a:ln>
        </p:spPr>
        <p:txBody>
          <a:bodyPr anchor="ctr" anchorCtr="0">
            <a:noAutofit/>
          </a:bodyPr>
          <a:lstStyle>
            <a:lvl1pPr marL="0" indent="0" algn="ctr">
              <a:buNone/>
              <a:defRPr sz="1200"/>
            </a:lvl1pPr>
          </a:lstStyle>
          <a:p>
            <a:r>
              <a:rPr lang="ko-KR" altLang="en-US"/>
              <a:t>그림을 추가하려면 아이콘을 클릭하십시오</a:t>
            </a:r>
            <a:endParaRPr lang="ru-RU"/>
          </a:p>
        </p:txBody>
      </p:sp>
      <p:sp>
        <p:nvSpPr>
          <p:cNvPr id="108" name="Text Placeholder 42">
            <a:extLst>
              <a:ext uri="{FF2B5EF4-FFF2-40B4-BE49-F238E27FC236}">
                <a16:creationId xmlns:a16="http://schemas.microsoft.com/office/drawing/2014/main" id="{F6CA33C8-1786-4D07-8C52-AE1469894B67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2565129" y="863644"/>
            <a:ext cx="1044000" cy="1044000"/>
          </a:xfrm>
          <a:prstGeom prst="ellipse">
            <a:avLst/>
          </a:prstGeom>
          <a:solidFill>
            <a:srgbClr val="BAC82F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44" name="Text Placeholder 42">
            <a:extLst>
              <a:ext uri="{FF2B5EF4-FFF2-40B4-BE49-F238E27FC236}">
                <a16:creationId xmlns:a16="http://schemas.microsoft.com/office/drawing/2014/main" id="{62E3BBD0-72BD-45D7-BE15-8B93AFB862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414968" y="84398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rgbClr val="BAC82F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80" name="Text Placeholder 7">
            <a:extLst>
              <a:ext uri="{FF2B5EF4-FFF2-40B4-BE49-F238E27FC236}">
                <a16:creationId xmlns:a16="http://schemas.microsoft.com/office/drawing/2014/main" id="{C695E72E-773D-407A-AFA4-EF90ADF9D131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078435" y="436306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BAC82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1" name="Text Placeholder 7">
            <a:extLst>
              <a:ext uri="{FF2B5EF4-FFF2-40B4-BE49-F238E27FC236}">
                <a16:creationId xmlns:a16="http://schemas.microsoft.com/office/drawing/2014/main" id="{7463FB1C-AFEB-4EAE-B84D-A1613AF5BA7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078434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0" name="Text Placeholder 42">
            <a:extLst>
              <a:ext uri="{FF2B5EF4-FFF2-40B4-BE49-F238E27FC236}">
                <a16:creationId xmlns:a16="http://schemas.microsoft.com/office/drawing/2014/main" id="{12DFAD2F-3ED1-46BF-B662-2E96A42C48E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5759136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alpha val="60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82" name="Text Placeholder 7">
            <a:extLst>
              <a:ext uri="{FF2B5EF4-FFF2-40B4-BE49-F238E27FC236}">
                <a16:creationId xmlns:a16="http://schemas.microsoft.com/office/drawing/2014/main" id="{622FB247-DB8F-4B67-B9EA-5741E1DDBEE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422681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81BF3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3" name="Text Placeholder 7">
            <a:extLst>
              <a:ext uri="{FF2B5EF4-FFF2-40B4-BE49-F238E27FC236}">
                <a16:creationId xmlns:a16="http://schemas.microsoft.com/office/drawing/2014/main" id="{CE2C8800-C93B-4E93-9AE2-9CBFC1E6D764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422680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9" name="Text Placeholder 42">
            <a:extLst>
              <a:ext uri="{FF2B5EF4-FFF2-40B4-BE49-F238E27FC236}">
                <a16:creationId xmlns:a16="http://schemas.microsoft.com/office/drawing/2014/main" id="{CC1B1148-CFC2-4FF7-8B7C-9502EB6500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103304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84" name="Text Placeholder 7">
            <a:extLst>
              <a:ext uri="{FF2B5EF4-FFF2-40B4-BE49-F238E27FC236}">
                <a16:creationId xmlns:a16="http://schemas.microsoft.com/office/drawing/2014/main" id="{60559160-7568-4A5B-88B4-DBB3C42D5D1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6755391" y="43779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2CA05B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5" name="Text Placeholder 7">
            <a:extLst>
              <a:ext uri="{FF2B5EF4-FFF2-40B4-BE49-F238E27FC236}">
                <a16:creationId xmlns:a16="http://schemas.microsoft.com/office/drawing/2014/main" id="{AED30C6D-348A-4701-A27D-F10DFC175AC0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6755390" y="618756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46" name="Text Placeholder 42">
            <a:extLst>
              <a:ext uri="{FF2B5EF4-FFF2-40B4-BE49-F238E27FC236}">
                <a16:creationId xmlns:a16="http://schemas.microsoft.com/office/drawing/2014/main" id="{DC934A70-FE40-4A89-9799-1A67234666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447472" y="863644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6" name="Text Placeholder 7">
            <a:extLst>
              <a:ext uri="{FF2B5EF4-FFF2-40B4-BE49-F238E27FC236}">
                <a16:creationId xmlns:a16="http://schemas.microsoft.com/office/drawing/2014/main" id="{AB11D018-DEEE-4BCE-B5F0-2B33DD39A6B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106873" y="202587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1B866F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7" name="Text Placeholder 7">
            <a:extLst>
              <a:ext uri="{FF2B5EF4-FFF2-40B4-BE49-F238E27FC236}">
                <a16:creationId xmlns:a16="http://schemas.microsoft.com/office/drawing/2014/main" id="{085539ED-B933-484F-8ECB-700829A52CA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8106872" y="220832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3" name="Text Placeholder 42">
            <a:extLst>
              <a:ext uri="{FF2B5EF4-FFF2-40B4-BE49-F238E27FC236}">
                <a16:creationId xmlns:a16="http://schemas.microsoft.com/office/drawing/2014/main" id="{F3728A77-BAED-49CA-87A0-DFCB220B3A2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10705088" y="1917406"/>
            <a:ext cx="1044000" cy="1044000"/>
          </a:xfrm>
          <a:prstGeom prst="ellipse">
            <a:avLst/>
          </a:prstGeom>
          <a:solidFill>
            <a:schemeClr val="tx1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7" name="Text Placeholder 42">
            <a:extLst>
              <a:ext uri="{FF2B5EF4-FFF2-40B4-BE49-F238E27FC236}">
                <a16:creationId xmlns:a16="http://schemas.microsoft.com/office/drawing/2014/main" id="{D7526F27-FC58-40E7-A76A-47A27D23255B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447472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4" name="Text Placeholder 7">
            <a:extLst>
              <a:ext uri="{FF2B5EF4-FFF2-40B4-BE49-F238E27FC236}">
                <a16:creationId xmlns:a16="http://schemas.microsoft.com/office/drawing/2014/main" id="{0D030018-A573-45D1-B6EF-210F3CF92D5F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105170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0C6D8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5" name="Text Placeholder 7">
            <a:extLst>
              <a:ext uri="{FF2B5EF4-FFF2-40B4-BE49-F238E27FC236}">
                <a16:creationId xmlns:a16="http://schemas.microsoft.com/office/drawing/2014/main" id="{91FC8372-90CA-42B7-A237-0BC81F2687CB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8105169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8" name="Text Placeholder 42">
            <a:extLst>
              <a:ext uri="{FF2B5EF4-FFF2-40B4-BE49-F238E27FC236}">
                <a16:creationId xmlns:a16="http://schemas.microsoft.com/office/drawing/2014/main" id="{242D0BB2-4F17-4A8D-87A7-FADA2CAEC6F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103304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bg2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90" name="Text Placeholder 7">
            <a:extLst>
              <a:ext uri="{FF2B5EF4-FFF2-40B4-BE49-F238E27FC236}">
                <a16:creationId xmlns:a16="http://schemas.microsoft.com/office/drawing/2014/main" id="{7F7CC596-D7AD-4DCE-B864-BB1A6A7C8B1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6755390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403474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1" name="Text Placeholder 7">
            <a:extLst>
              <a:ext uri="{FF2B5EF4-FFF2-40B4-BE49-F238E27FC236}">
                <a16:creationId xmlns:a16="http://schemas.microsoft.com/office/drawing/2014/main" id="{28E66912-ACE9-4007-9A2B-050DC9408A2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6755389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9" name="Text Placeholder 42">
            <a:extLst>
              <a:ext uri="{FF2B5EF4-FFF2-40B4-BE49-F238E27FC236}">
                <a16:creationId xmlns:a16="http://schemas.microsoft.com/office/drawing/2014/main" id="{CC1EC2BE-5D73-4D49-B2F2-4DA2785D6EA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5759136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1">
                <a:lumMod val="75000"/>
              </a:schemeClr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2" name="Text Placeholder 7">
            <a:extLst>
              <a:ext uri="{FF2B5EF4-FFF2-40B4-BE49-F238E27FC236}">
                <a16:creationId xmlns:a16="http://schemas.microsoft.com/office/drawing/2014/main" id="{441FE3C4-7737-4EB6-9280-FAD8852FB4B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5420978" y="4073394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571B6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3" name="Text Placeholder 7">
            <a:extLst>
              <a:ext uri="{FF2B5EF4-FFF2-40B4-BE49-F238E27FC236}">
                <a16:creationId xmlns:a16="http://schemas.microsoft.com/office/drawing/2014/main" id="{70EF49EC-F8D8-463F-B786-F2C04C33AEE7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5420977" y="4255844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56" name="Text Placeholder 42">
            <a:extLst>
              <a:ext uri="{FF2B5EF4-FFF2-40B4-BE49-F238E27FC236}">
                <a16:creationId xmlns:a16="http://schemas.microsoft.com/office/drawing/2014/main" id="{997AC0B1-99FC-455E-A896-3C370BB38C53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414968" y="2914158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88" name="Text Placeholder 7">
            <a:extLst>
              <a:ext uri="{FF2B5EF4-FFF2-40B4-BE49-F238E27FC236}">
                <a16:creationId xmlns:a16="http://schemas.microsoft.com/office/drawing/2014/main" id="{D66EAED5-741C-44D6-840F-C90C1AF74A23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071198" y="2505648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6F0066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89" name="Text Placeholder 7">
            <a:extLst>
              <a:ext uri="{FF2B5EF4-FFF2-40B4-BE49-F238E27FC236}">
                <a16:creationId xmlns:a16="http://schemas.microsoft.com/office/drawing/2014/main" id="{7887B0FE-2AB8-455F-8EC7-C8F31FEA27CC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4071197" y="2688098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75" name="Text Placeholder 42">
            <a:extLst>
              <a:ext uri="{FF2B5EF4-FFF2-40B4-BE49-F238E27FC236}">
                <a16:creationId xmlns:a16="http://schemas.microsoft.com/office/drawing/2014/main" id="{6F1AC56E-6618-4728-A6EA-8B021EB6BCF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188092" y="3979528"/>
            <a:ext cx="1044000" cy="1044000"/>
          </a:xfrm>
          <a:prstGeom prst="ellipse">
            <a:avLst/>
          </a:prstGeom>
          <a:solidFill>
            <a:schemeClr val="tx2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60" name="Text Placeholder 42">
            <a:extLst>
              <a:ext uri="{FF2B5EF4-FFF2-40B4-BE49-F238E27FC236}">
                <a16:creationId xmlns:a16="http://schemas.microsoft.com/office/drawing/2014/main" id="{DB4C9C65-90B1-4A40-BB7B-DE799076D1B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414968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tx2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Q1</a:t>
            </a:r>
            <a:endParaRPr lang="ru-RU" dirty="0"/>
          </a:p>
        </p:txBody>
      </p:sp>
      <p:sp>
        <p:nvSpPr>
          <p:cNvPr id="96" name="Text Placeholder 7">
            <a:extLst>
              <a:ext uri="{FF2B5EF4-FFF2-40B4-BE49-F238E27FC236}">
                <a16:creationId xmlns:a16="http://schemas.microsoft.com/office/drawing/2014/main" id="{E9ED50CB-058A-4C6B-A8E2-0536EC0E40DA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075657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7" name="Text Placeholder 7">
            <a:extLst>
              <a:ext uri="{FF2B5EF4-FFF2-40B4-BE49-F238E27FC236}">
                <a16:creationId xmlns:a16="http://schemas.microsoft.com/office/drawing/2014/main" id="{04D14365-5F59-4F4F-B237-26A11A2DDDD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4075656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3" name="Text Placeholder 42">
            <a:extLst>
              <a:ext uri="{FF2B5EF4-FFF2-40B4-BE49-F238E27FC236}">
                <a16:creationId xmlns:a16="http://schemas.microsoft.com/office/drawing/2014/main" id="{CFA7DBCF-F797-4B29-8C96-7AC1602BBC8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759136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3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2</a:t>
            </a:r>
          </a:p>
        </p:txBody>
      </p:sp>
      <p:sp>
        <p:nvSpPr>
          <p:cNvPr id="100" name="Text Placeholder 7">
            <a:extLst>
              <a:ext uri="{FF2B5EF4-FFF2-40B4-BE49-F238E27FC236}">
                <a16:creationId xmlns:a16="http://schemas.microsoft.com/office/drawing/2014/main" id="{07524528-CBB1-40C1-A6F2-855A4D99478D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423464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3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1" name="Text Placeholder 7">
            <a:extLst>
              <a:ext uri="{FF2B5EF4-FFF2-40B4-BE49-F238E27FC236}">
                <a16:creationId xmlns:a16="http://schemas.microsoft.com/office/drawing/2014/main" id="{41F799BD-659E-472B-98A7-7C06C2F7458C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5423463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2" name="Text Placeholder 42">
            <a:extLst>
              <a:ext uri="{FF2B5EF4-FFF2-40B4-BE49-F238E27FC236}">
                <a16:creationId xmlns:a16="http://schemas.microsoft.com/office/drawing/2014/main" id="{113ADCA9-C0A6-4FAB-A09E-4DECBD41D73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7103304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4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3</a:t>
            </a:r>
          </a:p>
        </p:txBody>
      </p:sp>
      <p:sp>
        <p:nvSpPr>
          <p:cNvPr id="98" name="Text Placeholder 7">
            <a:extLst>
              <a:ext uri="{FF2B5EF4-FFF2-40B4-BE49-F238E27FC236}">
                <a16:creationId xmlns:a16="http://schemas.microsoft.com/office/drawing/2014/main" id="{3EC66011-3B65-49CC-8886-E2CCFBFFABD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6759849" y="4567759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rgbClr val="E8611D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3B2B5959-E5CC-42A7-B797-463098BE6290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759848" y="4750209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61" name="Text Placeholder 42">
            <a:extLst>
              <a:ext uri="{FF2B5EF4-FFF2-40B4-BE49-F238E27FC236}">
                <a16:creationId xmlns:a16="http://schemas.microsoft.com/office/drawing/2014/main" id="{91E8A179-36A3-4D0A-96E7-689F93F9B8F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447472" y="4970360"/>
            <a:ext cx="1044000" cy="1044000"/>
          </a:xfrm>
          <a:prstGeom prst="ellipse">
            <a:avLst/>
          </a:prstGeom>
          <a:solidFill>
            <a:schemeClr val="bg1"/>
          </a:solidFill>
          <a:ln w="72390">
            <a:solidFill>
              <a:schemeClr val="accent5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sz="3000">
                <a:solidFill>
                  <a:srgbClr val="454D55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Q</a:t>
            </a:r>
            <a:r>
              <a:rPr lang="ru-RU" dirty="0"/>
              <a:t>4</a:t>
            </a:r>
          </a:p>
        </p:txBody>
      </p:sp>
      <p:sp>
        <p:nvSpPr>
          <p:cNvPr id="102" name="Text Placeholder 7">
            <a:extLst>
              <a:ext uri="{FF2B5EF4-FFF2-40B4-BE49-F238E27FC236}">
                <a16:creationId xmlns:a16="http://schemas.microsoft.com/office/drawing/2014/main" id="{9FDC66A0-D1C5-4C83-BBEE-D079881FADA3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8107656" y="6121335"/>
            <a:ext cx="1726129" cy="204276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500" b="0" i="0">
                <a:solidFill>
                  <a:schemeClr val="accent5"/>
                </a:solidFill>
                <a:latin typeface="+mj-lt"/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TITLE</a:t>
            </a:r>
            <a:endParaRPr lang="ru-RU" dirty="0"/>
          </a:p>
        </p:txBody>
      </p:sp>
      <p:sp>
        <p:nvSpPr>
          <p:cNvPr id="103" name="Text Placeholder 7">
            <a:extLst>
              <a:ext uri="{FF2B5EF4-FFF2-40B4-BE49-F238E27FC236}">
                <a16:creationId xmlns:a16="http://schemas.microsoft.com/office/drawing/2014/main" id="{E4E5E736-BFFC-4245-916F-58611012884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8107655" y="6303785"/>
            <a:ext cx="1726129" cy="176047"/>
          </a:xfrm>
        </p:spPr>
        <p:txBody>
          <a:bodyPr lIns="0" tIns="0" rIns="0" bIns="0">
            <a:normAutofit/>
          </a:bodyPr>
          <a:lstStyle>
            <a:lvl1pPr marL="0" indent="0" algn="ctr">
              <a:buNone/>
              <a:defRPr sz="1000" b="0" i="1">
                <a:solidFill>
                  <a:srgbClr val="454D55"/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Milestone description</a:t>
            </a:r>
            <a:endParaRPr lang="ru-RU" dirty="0"/>
          </a:p>
        </p:txBody>
      </p:sp>
      <p:sp>
        <p:nvSpPr>
          <p:cNvPr id="110" name="Text Placeholder 42">
            <a:extLst>
              <a:ext uri="{FF2B5EF4-FFF2-40B4-BE49-F238E27FC236}">
                <a16:creationId xmlns:a16="http://schemas.microsoft.com/office/drawing/2014/main" id="{74922A2C-30D3-4ED0-8443-C57494EB428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293432" y="4973439"/>
            <a:ext cx="1044000" cy="1044000"/>
          </a:xfrm>
          <a:prstGeom prst="ellipse">
            <a:avLst/>
          </a:prstGeom>
          <a:solidFill>
            <a:schemeClr val="accent5"/>
          </a:solidFill>
          <a:ln w="72390">
            <a:solidFill>
              <a:schemeClr val="bg1"/>
            </a:solidFill>
          </a:ln>
        </p:spPr>
        <p:txBody>
          <a:bodyPr lIns="0" tIns="0" rIns="0" bIns="0" anchor="ctr" anchorCtr="0">
            <a:normAutofit/>
          </a:bodyPr>
          <a:lstStyle>
            <a:lvl1pPr marL="0" indent="0" algn="ctr">
              <a:buNone/>
              <a:defRPr lang="ru-RU" sz="2200" kern="1200" dirty="0">
                <a:solidFill>
                  <a:srgbClr val="454D55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20XX</a:t>
            </a:r>
            <a:endParaRPr lang="ru-RU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53E081-530B-464A-B47C-C858A60EB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ADD A FOOTER</a:t>
            </a:r>
            <a:endParaRPr lang="ru-RU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0373A1-F9A6-4E7C-A04F-22454F3A60C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05888" y="550858"/>
            <a:ext cx="2743200" cy="176716"/>
          </a:xfrm>
          <a:prstGeom prst="rect">
            <a:avLst/>
          </a:prstGeom>
        </p:spPr>
        <p:txBody>
          <a:bodyPr/>
          <a:lstStyle/>
          <a:p>
            <a:fld id="{F0BF70C0-85C8-4782-A2DC-740B0F58DBF8}" type="datetime1">
              <a:rPr lang="ru-RU" smtClean="0"/>
              <a:t>15.12.2025</a:t>
            </a:fld>
            <a:endParaRPr lang="ru-R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BF57F-FEA7-4D09-AA29-F32AA55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C1428B-5ACF-4E79-A091-05E2328DA75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071812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26A151-13BF-4305-A6DC-9DC7C9877195}"/>
              </a:ext>
            </a:extLst>
          </p:cNvPr>
          <p:cNvSpPr/>
          <p:nvPr/>
        </p:nvSpPr>
        <p:spPr>
          <a:xfrm>
            <a:off x="0" y="0"/>
            <a:ext cx="12192000" cy="229114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DEE6AE3-3BCC-4B3B-AC4E-60F910144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4CB514A-E7EA-41A8-ADBA-85CA1DF6D3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4552" y="2576513"/>
            <a:ext cx="10869248" cy="36004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9CB0BD-D6E3-4B3D-BCBB-6FECA5D6323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46221" y="6357208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FC8E16-3C03-4238-9C6F-B34F3D10F77E}" type="datetime1">
              <a:rPr lang="en-US" smtClean="0"/>
              <a:t>12/15/25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4147F7-B466-4892-BE27-876F947515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270162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4B4FE0-65CC-4435-A6AF-150E52F35B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764983" y="6356350"/>
            <a:ext cx="128079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646F3F-274D-499B-ABBE-824EB4ABDC3D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4194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5" r:id="rId1"/>
    <p:sldLayoutId id="2147483906" r:id="rId2"/>
    <p:sldLayoutId id="2147483907" r:id="rId3"/>
    <p:sldLayoutId id="2147483908" r:id="rId4"/>
    <p:sldLayoutId id="2147483909" r:id="rId5"/>
    <p:sldLayoutId id="2147483903" r:id="rId6"/>
    <p:sldLayoutId id="2147483899" r:id="rId7"/>
    <p:sldLayoutId id="2147483900" r:id="rId8"/>
    <p:sldLayoutId id="2147483901" r:id="rId9"/>
    <p:sldLayoutId id="2147483902" r:id="rId10"/>
    <p:sldLayoutId id="2147483904" r:id="rId11"/>
    <p:sldLayoutId id="2147483918" r:id="rId12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54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286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4572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6858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0EEB309-3929-FF0E-BDEF-07DD4701478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1439" y="1673361"/>
            <a:ext cx="5230446" cy="1227221"/>
          </a:xfrm>
        </p:spPr>
        <p:txBody>
          <a:bodyPr anchor="ctr">
            <a:normAutofit fontScale="90000"/>
          </a:bodyPr>
          <a:lstStyle/>
          <a:p>
            <a:r>
              <a:rPr lang="en-US" altLang="ko-KR" dirty="0"/>
              <a:t>ARM Processor</a:t>
            </a:r>
            <a:br>
              <a:rPr lang="en-US" altLang="ko-KR" dirty="0"/>
            </a:br>
            <a:endParaRPr lang="ko-KR" altLang="en-US" dirty="0"/>
          </a:p>
        </p:txBody>
      </p:sp>
      <p:pic>
        <p:nvPicPr>
          <p:cNvPr id="1026" name="Picture 2" descr="Cortex-M4">
            <a:extLst>
              <a:ext uri="{FF2B5EF4-FFF2-40B4-BE49-F238E27FC236}">
                <a16:creationId xmlns:a16="http://schemas.microsoft.com/office/drawing/2014/main" id="{1F1D1580-B74F-5C60-C967-772F8BEE372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9" r="10734" b="-4"/>
          <a:stretch/>
        </p:blipFill>
        <p:spPr bwMode="auto">
          <a:xfrm>
            <a:off x="6095998" y="0"/>
            <a:ext cx="6096002" cy="68579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085D9FB2-EF99-4CCA-9CDB-EB444E8BDB51}"/>
              </a:ext>
            </a:extLst>
          </p:cNvPr>
          <p:cNvSpPr txBox="1"/>
          <p:nvPr/>
        </p:nvSpPr>
        <p:spPr>
          <a:xfrm>
            <a:off x="1048811" y="6398251"/>
            <a:ext cx="500307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b="1" dirty="0"/>
              <a:t>Robotics </a:t>
            </a:r>
            <a:r>
              <a:rPr lang="ko-KR" altLang="en-US" b="1" dirty="0"/>
              <a:t>정명훈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6C983F3-D723-6F86-C98E-DCC005282A53}"/>
              </a:ext>
            </a:extLst>
          </p:cNvPr>
          <p:cNvSpPr txBox="1"/>
          <p:nvPr/>
        </p:nvSpPr>
        <p:spPr>
          <a:xfrm>
            <a:off x="3850105" y="2346585"/>
            <a:ext cx="27091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dirty="0">
                <a:solidFill>
                  <a:schemeClr val="bg1"/>
                </a:solidFill>
              </a:rPr>
              <a:t>세미나 </a:t>
            </a:r>
            <a:r>
              <a:rPr lang="en-US" altLang="ko-KR" dirty="0">
                <a:solidFill>
                  <a:schemeClr val="bg1"/>
                </a:solidFill>
              </a:rPr>
              <a:t>7</a:t>
            </a:r>
            <a:r>
              <a:rPr lang="ko-KR" altLang="en-US" dirty="0">
                <a:solidFill>
                  <a:schemeClr val="bg1"/>
                </a:solidFill>
              </a:rPr>
              <a:t>주차</a:t>
            </a:r>
          </a:p>
        </p:txBody>
      </p:sp>
    </p:spTree>
    <p:extLst>
      <p:ext uri="{BB962C8B-B14F-4D97-AF65-F5344CB8AC3E}">
        <p14:creationId xmlns:p14="http://schemas.microsoft.com/office/powerpoint/2010/main" val="2670086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8E00FD-50EB-733A-5609-4699A9AB8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0CB957-922F-4E90-291D-F2E9A7A4C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 fontScale="90000"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STM32 </a:t>
            </a:r>
            <a:r>
              <a:rPr lang="ko-KR" altLang="en-US" sz="2800" dirty="0"/>
              <a:t>기반 </a:t>
            </a:r>
            <a:r>
              <a:rPr lang="ko-KR" altLang="en-US" sz="2800" dirty="0" err="1"/>
              <a:t>서보모터</a:t>
            </a:r>
            <a:r>
              <a:rPr lang="ko-KR" altLang="en-US" sz="2800" dirty="0"/>
              <a:t> 모션 </a:t>
            </a:r>
            <a:r>
              <a:rPr lang="ko-KR" altLang="en-US" sz="2800" dirty="0" err="1"/>
              <a:t>티칭</a:t>
            </a:r>
            <a:r>
              <a:rPr lang="en-US" altLang="ko-KR" sz="2800" dirty="0"/>
              <a:t>(Teaching) </a:t>
            </a:r>
            <a:r>
              <a:rPr lang="ko-KR" altLang="en-US" sz="2800" dirty="0"/>
              <a:t>및 재생</a:t>
            </a:r>
            <a:r>
              <a:rPr lang="en-US" altLang="ko-KR" sz="2800" dirty="0"/>
              <a:t>(Playback) </a:t>
            </a:r>
            <a:r>
              <a:rPr lang="ko-KR" altLang="en-US" sz="2800" dirty="0"/>
              <a:t>제어기 구현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6B4959E-7E91-0BEA-EAE1-BF646B2D927C}"/>
              </a:ext>
            </a:extLst>
          </p:cNvPr>
          <p:cNvSpPr txBox="1"/>
          <p:nvPr/>
        </p:nvSpPr>
        <p:spPr>
          <a:xfrm>
            <a:off x="124332" y="2436267"/>
            <a:ext cx="122404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개요</a:t>
            </a:r>
            <a:br>
              <a:rPr kumimoji="1" lang="en-US" altLang="ko-KR" b="1" dirty="0"/>
            </a:br>
            <a:r>
              <a:rPr lang="ko-KR" altLang="en-US" dirty="0"/>
              <a:t>가변저항을 이용해 </a:t>
            </a:r>
            <a:r>
              <a:rPr lang="ko-KR" altLang="en-US" dirty="0" err="1"/>
              <a:t>서보모터를</a:t>
            </a:r>
            <a:r>
              <a:rPr lang="ko-KR" altLang="en-US" dirty="0"/>
              <a:t> 수동으로 조작하고</a:t>
            </a:r>
            <a:r>
              <a:rPr lang="en-US" altLang="ko-KR" dirty="0"/>
              <a:t>, </a:t>
            </a:r>
            <a:r>
              <a:rPr lang="ko-KR" altLang="en-US" dirty="0"/>
              <a:t>원하는 각도를 버튼으로 저장하여 순서대로 재생하는 시스템 만들기</a:t>
            </a:r>
            <a:endParaRPr kumimoji="1" lang="ko-KR" altLang="en-US" b="1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9E0CFA3E-D1F1-D121-ADB1-231FB3141C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466227"/>
            <a:ext cx="7772400" cy="224105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27ACD0FE-7BFB-DF60-FADA-A9C1346498B0}"/>
              </a:ext>
            </a:extLst>
          </p:cNvPr>
          <p:cNvSpPr txBox="1"/>
          <p:nvPr/>
        </p:nvSpPr>
        <p:spPr>
          <a:xfrm>
            <a:off x="5022629" y="5721582"/>
            <a:ext cx="21467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b="1" dirty="0"/>
              <a:t>사용 하드웨어 목록</a:t>
            </a:r>
          </a:p>
        </p:txBody>
      </p:sp>
    </p:spTree>
    <p:extLst>
      <p:ext uri="{BB962C8B-B14F-4D97-AF65-F5344CB8AC3E}">
        <p14:creationId xmlns:p14="http://schemas.microsoft.com/office/powerpoint/2010/main" val="3878344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906CD4-742D-4059-2665-4C8EF9FD5B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9EE1D20-30D8-EE6D-C135-12457C621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 fontScale="90000"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STM32 </a:t>
            </a:r>
            <a:r>
              <a:rPr lang="ko-KR" altLang="en-US" sz="2800" dirty="0"/>
              <a:t>기반 </a:t>
            </a:r>
            <a:r>
              <a:rPr lang="ko-KR" altLang="en-US" sz="2800" dirty="0" err="1"/>
              <a:t>서보모터</a:t>
            </a:r>
            <a:r>
              <a:rPr lang="ko-KR" altLang="en-US" sz="2800" dirty="0"/>
              <a:t> 모션 </a:t>
            </a:r>
            <a:r>
              <a:rPr lang="ko-KR" altLang="en-US" sz="2800" dirty="0" err="1"/>
              <a:t>티칭</a:t>
            </a:r>
            <a:r>
              <a:rPr lang="en-US" altLang="ko-KR" sz="2800" dirty="0"/>
              <a:t>(Teaching) </a:t>
            </a:r>
            <a:r>
              <a:rPr lang="ko-KR" altLang="en-US" sz="2800" dirty="0"/>
              <a:t>및 재생</a:t>
            </a:r>
            <a:r>
              <a:rPr lang="en-US" altLang="ko-KR" sz="2800" dirty="0"/>
              <a:t>(Playback) </a:t>
            </a:r>
            <a:r>
              <a:rPr lang="ko-KR" altLang="en-US" sz="2800" dirty="0"/>
              <a:t>제어기 구현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B66099C-F642-D1E7-0B25-89F46C95D0BD}"/>
              </a:ext>
            </a:extLst>
          </p:cNvPr>
          <p:cNvSpPr txBox="1"/>
          <p:nvPr/>
        </p:nvSpPr>
        <p:spPr>
          <a:xfrm>
            <a:off x="484552" y="2794354"/>
            <a:ext cx="273177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b="1" dirty="0"/>
              <a:t>버튼 기능</a:t>
            </a:r>
            <a:r>
              <a:rPr lang="en-US" altLang="ko-KR" b="1" dirty="0"/>
              <a:t>(Button Logic)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5B3E5F17-F50C-0D53-91D5-5422F977B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373184"/>
            <a:ext cx="7772400" cy="22089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663F5A6-77FA-0EDE-55DA-09F2C01BCD99}"/>
              </a:ext>
            </a:extLst>
          </p:cNvPr>
          <p:cNvSpPr txBox="1"/>
          <p:nvPr/>
        </p:nvSpPr>
        <p:spPr>
          <a:xfrm>
            <a:off x="8869041" y="480859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270360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80E65-421A-AE3A-FD36-C2605697AC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15D5A8C-7557-EA78-2BD8-23DD313AF6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 fontScale="90000"/>
          </a:bodyPr>
          <a:lstStyle/>
          <a:p>
            <a:r>
              <a:rPr lang="ko-KR" altLang="en-US" dirty="0" err="1">
                <a:solidFill>
                  <a:srgbClr val="FFFFFF"/>
                </a:solidFill>
              </a:rPr>
              <a:t>응용편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/>
              <a:t>STM32 </a:t>
            </a:r>
            <a:r>
              <a:rPr lang="ko-KR" altLang="en-US" sz="2800" dirty="0"/>
              <a:t>기반 </a:t>
            </a:r>
            <a:r>
              <a:rPr lang="ko-KR" altLang="en-US" sz="2800" dirty="0" err="1"/>
              <a:t>서보모터</a:t>
            </a:r>
            <a:r>
              <a:rPr lang="ko-KR" altLang="en-US" sz="2800" dirty="0"/>
              <a:t> 모션 </a:t>
            </a:r>
            <a:r>
              <a:rPr lang="ko-KR" altLang="en-US" sz="2800" dirty="0" err="1"/>
              <a:t>티칭</a:t>
            </a:r>
            <a:r>
              <a:rPr lang="en-US" altLang="ko-KR" sz="2800" dirty="0"/>
              <a:t>(Teaching) </a:t>
            </a:r>
            <a:r>
              <a:rPr lang="ko-KR" altLang="en-US" sz="2800" dirty="0"/>
              <a:t>및 재생</a:t>
            </a:r>
            <a:r>
              <a:rPr lang="en-US" altLang="ko-KR" sz="2800" dirty="0"/>
              <a:t>(Playback) </a:t>
            </a:r>
            <a:r>
              <a:rPr lang="ko-KR" altLang="en-US" sz="2800" dirty="0"/>
              <a:t>제어기 구현</a:t>
            </a:r>
            <a:endParaRPr lang="ko-KR" altLang="en-US" dirty="0">
              <a:latin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52029EC-ED7E-3785-0BD3-EEAF93D7647A}"/>
              </a:ext>
            </a:extLst>
          </p:cNvPr>
          <p:cNvSpPr txBox="1"/>
          <p:nvPr/>
        </p:nvSpPr>
        <p:spPr>
          <a:xfrm>
            <a:off x="484552" y="2794354"/>
            <a:ext cx="46982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CLCD </a:t>
            </a:r>
            <a:r>
              <a:rPr lang="ko-KR" altLang="en-US" b="1" dirty="0"/>
              <a:t>디스플레이 </a:t>
            </a:r>
            <a:r>
              <a:rPr lang="en-US" altLang="ko-KR" b="1" dirty="0"/>
              <a:t>UI </a:t>
            </a:r>
            <a:r>
              <a:rPr lang="ko-KR" altLang="en-US" b="1" dirty="0"/>
              <a:t>설계 </a:t>
            </a:r>
            <a:r>
              <a:rPr lang="en-US" altLang="ko-KR" b="1" dirty="0"/>
              <a:t>(Display Layout)</a:t>
            </a:r>
          </a:p>
        </p:txBody>
      </p:sp>
      <p:pic>
        <p:nvPicPr>
          <p:cNvPr id="5" name="그림 4" descr="텍스트, 스크린샷, 폰트, 대수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CB88741-5F23-1CB8-CC9E-D3B81B0B5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52" y="3292078"/>
            <a:ext cx="4779951" cy="3200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62431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C6CB4C-B5E1-4756-815D-BC6EC8E78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4892" y="189332"/>
            <a:ext cx="11534862" cy="686113"/>
          </a:xfrm>
        </p:spPr>
        <p:txBody>
          <a:bodyPr>
            <a:noAutofit/>
          </a:bodyPr>
          <a:lstStyle/>
          <a:p>
            <a:r>
              <a:rPr lang="en-US" altLang="ko-KR" sz="4400" dirty="0"/>
              <a:t>ARM Processor Seminar Roadmap</a:t>
            </a:r>
            <a:endParaRPr lang="ru-RU" sz="4400" dirty="0"/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04306A44-50E7-4C10-ABF1-71CE55A094F5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8041" y="2905510"/>
            <a:ext cx="1044000" cy="1044000"/>
          </a:xfrm>
        </p:spPr>
        <p:txBody>
          <a:bodyPr/>
          <a:lstStyle/>
          <a:p>
            <a:r>
              <a:rPr lang="en-US" dirty="0"/>
              <a:t>1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25D376EC-609C-46F1-A4A6-22B3BCBA9777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9036976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dirty="0"/>
              <a:t>ARM </a:t>
            </a:r>
            <a:r>
              <a:rPr lang="ko-KR" altLang="en-US" dirty="0"/>
              <a:t>프로세서 개요</a:t>
            </a:r>
            <a:endParaRPr lang="ru-RU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8BD9AA2-DFE1-412D-BB95-7989BA1E603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439113" y="2930232"/>
            <a:ext cx="1044000" cy="1044000"/>
          </a:xfrm>
        </p:spPr>
        <p:txBody>
          <a:bodyPr/>
          <a:lstStyle/>
          <a:p>
            <a:r>
              <a:rPr lang="en-US" b="1" dirty="0"/>
              <a:t>2</a:t>
            </a:r>
            <a:r>
              <a:rPr lang="ko-KR" altLang="en-US" b="1" dirty="0"/>
              <a:t>주</a:t>
            </a:r>
            <a:endParaRPr lang="ru-RU" b="1" dirty="0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BB5D9C5D-1FCA-4D88-ADCB-481D203B846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7147106" y="2531331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ko-KR" altLang="en-US" dirty="0"/>
              <a:t>*</a:t>
            </a:r>
            <a:r>
              <a:rPr lang="en-US" dirty="0"/>
              <a:t>UART </a:t>
            </a:r>
            <a:r>
              <a:rPr lang="ko-KR" altLang="en-US" dirty="0"/>
              <a:t>통신</a:t>
            </a:r>
            <a:endParaRPr lang="ru-RU" dirty="0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CDDFF132-912B-4B2B-B3E5-D1AB199B58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532758" y="2924536"/>
            <a:ext cx="1044000" cy="1044000"/>
          </a:xfrm>
        </p:spPr>
        <p:txBody>
          <a:bodyPr/>
          <a:lstStyle/>
          <a:p>
            <a:r>
              <a:rPr lang="en-US" dirty="0"/>
              <a:t>3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3" name="Text Placeholder 32">
            <a:extLst>
              <a:ext uri="{FF2B5EF4-FFF2-40B4-BE49-F238E27FC236}">
                <a16:creationId xmlns:a16="http://schemas.microsoft.com/office/drawing/2014/main" id="{97AEBAB8-BDEB-4E4A-B443-829D3C340CA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191693" y="4067055"/>
            <a:ext cx="1726129" cy="204276"/>
          </a:xfrm>
        </p:spPr>
        <p:txBody>
          <a:bodyPr>
            <a:normAutofit fontScale="85000" lnSpcReduction="10000"/>
          </a:bodyPr>
          <a:lstStyle/>
          <a:p>
            <a:r>
              <a:rPr lang="en-US" altLang="ko-KR" dirty="0"/>
              <a:t>CLCD </a:t>
            </a:r>
            <a:r>
              <a:rPr lang="ko-KR" altLang="en-US" dirty="0"/>
              <a:t>출력</a:t>
            </a:r>
            <a:endParaRPr lang="en-US" altLang="ko-KR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0950DBC3-6438-47ED-BA7E-BBD7E08290D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3708888" y="2902597"/>
            <a:ext cx="1044000" cy="1044000"/>
          </a:xfrm>
        </p:spPr>
        <p:txBody>
          <a:bodyPr/>
          <a:lstStyle/>
          <a:p>
            <a:r>
              <a:rPr lang="en-US" dirty="0"/>
              <a:t>4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71435C51-CB8E-41E5-8C00-34ADCC273A3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3367823" y="252824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ADC</a:t>
            </a:r>
            <a:r>
              <a:rPr lang="ko-KR" altLang="en-US" dirty="0"/>
              <a:t> </a:t>
            </a:r>
            <a:r>
              <a:rPr lang="en-US" altLang="ko-KR" dirty="0"/>
              <a:t>&amp;</a:t>
            </a:r>
            <a:r>
              <a:rPr lang="ko-KR" altLang="en-US" dirty="0"/>
              <a:t> </a:t>
            </a:r>
            <a:r>
              <a:rPr lang="en-US" altLang="ko-KR" dirty="0"/>
              <a:t>DAC</a:t>
            </a:r>
            <a:endParaRPr lang="ru-RU" altLang="ko-KR" dirty="0"/>
          </a:p>
        </p:txBody>
      </p:sp>
      <p:sp>
        <p:nvSpPr>
          <p:cNvPr id="95" name="Text Placeholder 94">
            <a:extLst>
              <a:ext uri="{FF2B5EF4-FFF2-40B4-BE49-F238E27FC236}">
                <a16:creationId xmlns:a16="http://schemas.microsoft.com/office/drawing/2014/main" id="{7C0ECD94-A4CB-4FB7-A7F7-AA32C0ED85D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/>
        <p:txBody>
          <a:bodyPr/>
          <a:lstStyle/>
          <a:p>
            <a:r>
              <a:rPr lang="en-US" dirty="0"/>
              <a:t>5</a:t>
            </a:r>
            <a:r>
              <a:rPr lang="ko-KR" altLang="en-US" dirty="0"/>
              <a:t>주</a:t>
            </a:r>
            <a:endParaRPr lang="en-US" dirty="0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0624EF-8210-444B-9BC7-2C144038C2F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708888" y="4965034"/>
            <a:ext cx="1044000" cy="1044000"/>
          </a:xfrm>
        </p:spPr>
        <p:txBody>
          <a:bodyPr/>
          <a:lstStyle/>
          <a:p>
            <a:r>
              <a:rPr lang="en-US" altLang="ko-KR" dirty="0"/>
              <a:t>6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DF4A9D67-1B01-4CF8-AC0D-C7E518691F6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3367823" y="4556509"/>
            <a:ext cx="1726129" cy="204276"/>
          </a:xfrm>
        </p:spPr>
        <p:txBody>
          <a:bodyPr>
            <a:normAutofit fontScale="85000" lnSpcReduction="20000"/>
          </a:bodyPr>
          <a:lstStyle/>
          <a:p>
            <a:r>
              <a:rPr lang="en-US" altLang="ko-KR" dirty="0"/>
              <a:t>PWM</a:t>
            </a:r>
            <a:endParaRPr lang="ru-RU" altLang="ko-KR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7073D15E-3E59-4781-BA50-8D741A373A3B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574000" y="4975694"/>
            <a:ext cx="1044000" cy="1044000"/>
          </a:xfrm>
        </p:spPr>
        <p:txBody>
          <a:bodyPr/>
          <a:lstStyle/>
          <a:p>
            <a:r>
              <a:rPr lang="en-US" dirty="0"/>
              <a:t>7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D183E534-6B6A-4814-BF59-57A6E38C5B02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232935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b="1" dirty="0"/>
              <a:t>USB Mass Storage</a:t>
            </a:r>
            <a:endParaRPr lang="ru-RU" altLang="ko-KR" b="1" dirty="0"/>
          </a:p>
          <a:p>
            <a:endParaRPr lang="ru-RU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FACEF7EF-E8CB-4008-A749-3586789460E1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7488170" y="4965034"/>
            <a:ext cx="1044000" cy="1044000"/>
          </a:xfrm>
        </p:spPr>
        <p:txBody>
          <a:bodyPr/>
          <a:lstStyle/>
          <a:p>
            <a:r>
              <a:rPr lang="en-US" dirty="0"/>
              <a:t>8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96FA5D30-6CB0-4EEA-AB74-670C4C1A6E09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7098048" y="4309129"/>
            <a:ext cx="1726129" cy="589074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dirty="0">
                <a:solidFill>
                  <a:schemeClr val="accent1"/>
                </a:solidFill>
              </a:rPr>
              <a:t>SDIO &amp; FATFS</a:t>
            </a:r>
          </a:p>
          <a:p>
            <a:r>
              <a:rPr lang="en-US" altLang="ko-KR" dirty="0">
                <a:solidFill>
                  <a:schemeClr val="accent1"/>
                </a:solidFill>
              </a:rPr>
              <a:t>SPI</a:t>
            </a:r>
            <a:endParaRPr lang="ru-RU" altLang="ko-KR" dirty="0">
              <a:solidFill>
                <a:schemeClr val="accent1"/>
              </a:solidFill>
            </a:endParaRPr>
          </a:p>
          <a:p>
            <a:endParaRPr lang="ru-RU" altLang="ko-KR" dirty="0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A15ADFC7-484C-4FB9-A3C1-CDAA545F73F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78040" y="4970360"/>
            <a:ext cx="1044000" cy="1044000"/>
          </a:xfrm>
        </p:spPr>
        <p:txBody>
          <a:bodyPr/>
          <a:lstStyle/>
          <a:p>
            <a:r>
              <a:rPr lang="en-US" dirty="0"/>
              <a:t>9</a:t>
            </a:r>
            <a:r>
              <a:rPr lang="ko-KR" altLang="en-US" dirty="0"/>
              <a:t>주</a:t>
            </a:r>
            <a:endParaRPr lang="ru-RU" dirty="0"/>
          </a:p>
        </p:txBody>
      </p:sp>
      <p:sp>
        <p:nvSpPr>
          <p:cNvPr id="43" name="Text Placeholder 42">
            <a:extLst>
              <a:ext uri="{FF2B5EF4-FFF2-40B4-BE49-F238E27FC236}">
                <a16:creationId xmlns:a16="http://schemas.microsoft.com/office/drawing/2014/main" id="{22CF05B5-E92D-4FD2-A21C-956D8E8321A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9036976" y="6121335"/>
            <a:ext cx="1726129" cy="659592"/>
          </a:xfrm>
        </p:spPr>
        <p:txBody>
          <a:bodyPr>
            <a:normAutofit/>
          </a:bodyPr>
          <a:lstStyle/>
          <a:p>
            <a:r>
              <a:rPr lang="en-US" altLang="ko-KR" dirty="0"/>
              <a:t>I2C</a:t>
            </a:r>
            <a:endParaRPr lang="ru-RU" altLang="ko-KR" dirty="0"/>
          </a:p>
        </p:txBody>
      </p:sp>
      <p:sp>
        <p:nvSpPr>
          <p:cNvPr id="97" name="Text Placeholder 32">
            <a:extLst>
              <a:ext uri="{FF2B5EF4-FFF2-40B4-BE49-F238E27FC236}">
                <a16:creationId xmlns:a16="http://schemas.microsoft.com/office/drawing/2014/main" id="{258CED2E-C5E4-5EE0-63E5-C9113E4295E9}"/>
              </a:ext>
            </a:extLst>
          </p:cNvPr>
          <p:cNvSpPr txBox="1">
            <a:spLocks/>
          </p:cNvSpPr>
          <p:nvPr/>
        </p:nvSpPr>
        <p:spPr>
          <a:xfrm>
            <a:off x="1456489" y="4399390"/>
            <a:ext cx="595872" cy="204276"/>
          </a:xfrm>
          <a:prstGeom prst="rect">
            <a:avLst/>
          </a:prstGeom>
        </p:spPr>
        <p:txBody>
          <a:bodyPr vert="horz" lIns="0" tIns="0" rIns="0" bIns="0" rtlCol="0">
            <a:normAutofit fontScale="85000" lnSpcReduction="20000"/>
          </a:bodyPr>
          <a:lstStyle>
            <a:lvl1pPr marL="0" indent="0" algn="ctr" defTabSz="914400" rtl="0" eaLnBrk="1" latinLnBrk="0" hangingPunct="1">
              <a:lnSpc>
                <a:spcPct val="12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500" b="0" i="0" kern="1200">
                <a:solidFill>
                  <a:srgbClr val="571B6D"/>
                </a:solidFill>
                <a:latin typeface="+mj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dirty="0"/>
              <a:t>*</a:t>
            </a:r>
            <a:r>
              <a:rPr lang="en-US" altLang="ko-KR" dirty="0"/>
              <a:t>Timer</a:t>
            </a:r>
            <a:endParaRPr lang="ru-RU" altLang="ko-KR" dirty="0"/>
          </a:p>
          <a:p>
            <a:endParaRPr lang="en-US" altLang="ko-KR" b="1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BEFF00B-D1F5-341B-BF95-B94155C8B634}"/>
              </a:ext>
            </a:extLst>
          </p:cNvPr>
          <p:cNvSpPr txBox="1"/>
          <p:nvPr/>
        </p:nvSpPr>
        <p:spPr>
          <a:xfrm>
            <a:off x="8669225" y="6530168"/>
            <a:ext cx="310052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</a:t>
            </a:r>
            <a:r>
              <a:rPr lang="ko-KR" altLang="en-US" sz="1200" dirty="0"/>
              <a:t>  실무에 특화된 응용문제가 존재하는 </a:t>
            </a:r>
            <a:r>
              <a:rPr lang="ko-KR" altLang="en-US" sz="1200" dirty="0" err="1"/>
              <a:t>회차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577176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690382F9-D3CD-5B6F-4046-CC1139C6BE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99486" y="124659"/>
            <a:ext cx="5899830" cy="6608682"/>
          </a:xfrm>
          <a:prstGeom prst="rect">
            <a:avLst/>
          </a:prstGeom>
        </p:spPr>
      </p:pic>
      <p:sp>
        <p:nvSpPr>
          <p:cNvPr id="2" name="직사각형 1">
            <a:extLst>
              <a:ext uri="{FF2B5EF4-FFF2-40B4-BE49-F238E27FC236}">
                <a16:creationId xmlns:a16="http://schemas.microsoft.com/office/drawing/2014/main" id="{5BB31C44-31E4-68F2-5A5B-2780DCE514E0}"/>
              </a:ext>
            </a:extLst>
          </p:cNvPr>
          <p:cNvSpPr/>
          <p:nvPr/>
        </p:nvSpPr>
        <p:spPr>
          <a:xfrm>
            <a:off x="8985" y="0"/>
            <a:ext cx="2764302" cy="6858000"/>
          </a:xfrm>
          <a:prstGeom prst="rect">
            <a:avLst/>
          </a:prstGeom>
          <a:solidFill>
            <a:schemeClr val="tx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A325FA6-C969-F6F7-C840-477882525D7E}"/>
              </a:ext>
            </a:extLst>
          </p:cNvPr>
          <p:cNvSpPr txBox="1"/>
          <p:nvPr/>
        </p:nvSpPr>
        <p:spPr>
          <a:xfrm>
            <a:off x="201818" y="998384"/>
            <a:ext cx="237863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dirty="0">
                <a:solidFill>
                  <a:schemeClr val="bg1"/>
                </a:solidFill>
              </a:rPr>
              <a:t>세미나 로드맵</a:t>
            </a:r>
            <a:r>
              <a:rPr lang="en-US" altLang="ko-KR" sz="2000" dirty="0">
                <a:solidFill>
                  <a:schemeClr val="bg1"/>
                </a:solidFill>
              </a:rPr>
              <a:t>(</a:t>
            </a:r>
            <a:r>
              <a:rPr lang="ko-KR" altLang="en-US" sz="2000" dirty="0">
                <a:solidFill>
                  <a:schemeClr val="bg1"/>
                </a:solidFill>
              </a:rPr>
              <a:t>상세</a:t>
            </a:r>
            <a:r>
              <a:rPr lang="en-US" altLang="ko-KR" sz="2000" dirty="0">
                <a:solidFill>
                  <a:schemeClr val="bg1"/>
                </a:solidFill>
              </a:rPr>
              <a:t>)</a:t>
            </a:r>
            <a:r>
              <a:rPr lang="en-US" altLang="ko-KR" sz="1600" dirty="0">
                <a:solidFill>
                  <a:schemeClr val="bg1"/>
                </a:solidFill>
              </a:rPr>
              <a:t>     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CFA67160-6AFB-A3C4-BE10-2EBDA448F4BD}"/>
              </a:ext>
            </a:extLst>
          </p:cNvPr>
          <p:cNvSpPr/>
          <p:nvPr/>
        </p:nvSpPr>
        <p:spPr>
          <a:xfrm>
            <a:off x="4375116" y="3961462"/>
            <a:ext cx="5748569" cy="265240"/>
          </a:xfrm>
          <a:prstGeom prst="rect">
            <a:avLst/>
          </a:prstGeom>
          <a:noFill/>
          <a:ln w="635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394875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DDBCB-DC37-2ED8-7610-D383060672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DD22C4-2A50-3ACB-4332-C9459717CA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USB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-1 MCU </a:t>
            </a:r>
            <a:r>
              <a:rPr lang="ko-KR" altLang="en-US" sz="2800" dirty="0"/>
              <a:t>내부 </a:t>
            </a:r>
            <a:r>
              <a:rPr lang="en-US" altLang="ko-KR" sz="2800" dirty="0"/>
              <a:t>USB </a:t>
            </a:r>
            <a:r>
              <a:rPr lang="ko-KR" altLang="en-US" sz="2800" dirty="0"/>
              <a:t>하드웨어 설명</a:t>
            </a:r>
            <a:endParaRPr lang="ko-KR" altLang="en-US" dirty="0">
              <a:latin typeface="+mn-lt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DE02828-F993-3B3C-4DFE-D5E498F05A0E}"/>
              </a:ext>
            </a:extLst>
          </p:cNvPr>
          <p:cNvSpPr txBox="1"/>
          <p:nvPr/>
        </p:nvSpPr>
        <p:spPr>
          <a:xfrm>
            <a:off x="10000850" y="429064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kumimoji="1" lang="ko-KR" altLang="en-US" dirty="0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E44E6CA-59AB-09A7-7FD0-89CF5E2C1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97113"/>
            <a:ext cx="5158356" cy="335639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CAAFBEC-FE6B-CF73-FC88-D07220078E1D}"/>
              </a:ext>
            </a:extLst>
          </p:cNvPr>
          <p:cNvSpPr txBox="1"/>
          <p:nvPr/>
        </p:nvSpPr>
        <p:spPr>
          <a:xfrm>
            <a:off x="6208659" y="3690481"/>
            <a:ext cx="4787273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F405VGx</a:t>
            </a:r>
            <a:r>
              <a:rPr kumimoji="1" lang="ko-KR" altLang="en-US" dirty="0"/>
              <a:t>에는 </a:t>
            </a:r>
            <a:r>
              <a:rPr kumimoji="1" lang="en-US" altLang="ko-KR" dirty="0"/>
              <a:t>USB</a:t>
            </a:r>
            <a:r>
              <a:rPr kumimoji="1" lang="ko-KR" altLang="en-US" dirty="0"/>
              <a:t>가 </a:t>
            </a:r>
            <a:r>
              <a:rPr kumimoji="1" lang="en-US" altLang="ko-KR" dirty="0"/>
              <a:t>2</a:t>
            </a:r>
            <a:r>
              <a:rPr kumimoji="1" lang="ko-KR" altLang="en-US" dirty="0"/>
              <a:t>가지 형태로 존재한다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pPr marL="342900" indent="-342900">
              <a:buAutoNum type="arabicPeriod"/>
            </a:pPr>
            <a:r>
              <a:rPr kumimoji="1" lang="en-US" altLang="ko-KR" dirty="0"/>
              <a:t>USB_FS(Full Speed)</a:t>
            </a:r>
          </a:p>
          <a:p>
            <a:pPr marL="342900" indent="-342900">
              <a:buAutoNum type="arabicPeriod"/>
            </a:pPr>
            <a:r>
              <a:rPr kumimoji="1" lang="en-US" altLang="ko-KR" dirty="0"/>
              <a:t>USB_HS(High Speed)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70440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0C0B8-439C-01A9-B7F6-10620C1210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02FD67-5668-8CC5-4A45-D2DD30D8C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1. USB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1</a:t>
            </a:r>
            <a:r>
              <a:rPr lang="en-US" altLang="ko-KR" sz="2800" dirty="0"/>
              <a:t>-2</a:t>
            </a:r>
            <a:r>
              <a:rPr lang="ko-KR" altLang="en-US" sz="2800" dirty="0"/>
              <a:t> </a:t>
            </a:r>
            <a:r>
              <a:rPr lang="en-US" altLang="ko-KR" sz="2800" dirty="0"/>
              <a:t>USB-FS</a:t>
            </a:r>
            <a:r>
              <a:rPr lang="ko-KR" altLang="en-US" sz="2800" dirty="0"/>
              <a:t>와</a:t>
            </a:r>
            <a:r>
              <a:rPr lang="en-US" altLang="ko-KR" sz="2800" dirty="0"/>
              <a:t> USB-HS</a:t>
            </a:r>
            <a:r>
              <a:rPr lang="ko-KR" altLang="en-US" sz="2800" dirty="0"/>
              <a:t>의 차이</a:t>
            </a:r>
            <a:endParaRPr lang="ko-KR" altLang="en-US" dirty="0">
              <a:latin typeface="+mn-lt"/>
            </a:endParaRPr>
          </a:p>
        </p:txBody>
      </p:sp>
      <p:graphicFrame>
        <p:nvGraphicFramePr>
          <p:cNvPr id="25" name="표 24">
            <a:extLst>
              <a:ext uri="{FF2B5EF4-FFF2-40B4-BE49-F238E27FC236}">
                <a16:creationId xmlns:a16="http://schemas.microsoft.com/office/drawing/2014/main" id="{FBB6416F-49B2-B2D9-48E8-6B268657C1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7542360"/>
              </p:ext>
            </p:extLst>
          </p:nvPr>
        </p:nvGraphicFramePr>
        <p:xfrm>
          <a:off x="1655484" y="3379737"/>
          <a:ext cx="8881032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60344">
                  <a:extLst>
                    <a:ext uri="{9D8B030D-6E8A-4147-A177-3AD203B41FA5}">
                      <a16:colId xmlns:a16="http://schemas.microsoft.com/office/drawing/2014/main" val="2055131140"/>
                    </a:ext>
                  </a:extLst>
                </a:gridCol>
                <a:gridCol w="2960344">
                  <a:extLst>
                    <a:ext uri="{9D8B030D-6E8A-4147-A177-3AD203B41FA5}">
                      <a16:colId xmlns:a16="http://schemas.microsoft.com/office/drawing/2014/main" val="196985806"/>
                    </a:ext>
                  </a:extLst>
                </a:gridCol>
                <a:gridCol w="2960344">
                  <a:extLst>
                    <a:ext uri="{9D8B030D-6E8A-4147-A177-3AD203B41FA5}">
                      <a16:colId xmlns:a16="http://schemas.microsoft.com/office/drawing/2014/main" val="188646118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구분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USB FS (Full Speed)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USB HS (High Speed)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343447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최대 속도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 Mbps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480 Mbps</a:t>
                      </a: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40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배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0022500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 (</a:t>
                      </a: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물리 계층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칩 내장 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Embedded)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외부 칩 필요 </a:t>
                      </a:r>
                      <a:r>
                        <a:rPr lang="en-US" altLang="ko-KR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External)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36227734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인터페이스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DP, DM (2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핀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ULPI 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약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핀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7264524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회로 난이도</a:t>
                      </a:r>
                      <a:endParaRPr lang="ko-KR" alt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쉬움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단순 연결</a:t>
                      </a:r>
                      <a:r>
                        <a:rPr lang="en-US" altLang="ko-KR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어려움 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(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길이조절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/</a:t>
                      </a:r>
                      <a:r>
                        <a:rPr lang="ko-KR" altLang="en-US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임피던스</a:t>
                      </a:r>
                      <a:r>
                        <a:rPr lang="en-US" altLang="ko-KR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)</a:t>
                      </a: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22249312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n-US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STM32F405</a:t>
                      </a:r>
                      <a:endParaRPr lang="en-US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커넥터 연결 시 즉시 동작</a:t>
                      </a:r>
                    </a:p>
                  </a:txBody>
                  <a:tcPr marL="114300" marR="114300" marT="76200" marB="76200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외부 </a:t>
                      </a:r>
                      <a:r>
                        <a:rPr 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PHY </a:t>
                      </a:r>
                      <a:r>
                        <a:rPr lang="ko-KR" altLang="en-US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없으면 동작 불가</a:t>
                      </a:r>
                      <a:endParaRPr lang="ko-KR" altLang="en-US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14300" marR="114300" marT="76200" marB="76200" anchor="ctr"/>
                </a:tc>
                <a:extLst>
                  <a:ext uri="{0D108BD9-81ED-4DB2-BD59-A6C34878D82A}">
                    <a16:rowId xmlns:a16="http://schemas.microsoft.com/office/drawing/2014/main" val="1083995944"/>
                  </a:ext>
                </a:extLst>
              </a:tr>
            </a:tbl>
          </a:graphicData>
        </a:graphic>
      </p:graphicFrame>
      <p:sp>
        <p:nvSpPr>
          <p:cNvPr id="27" name="TextBox 26">
            <a:extLst>
              <a:ext uri="{FF2B5EF4-FFF2-40B4-BE49-F238E27FC236}">
                <a16:creationId xmlns:a16="http://schemas.microsoft.com/office/drawing/2014/main" id="{EB3C8C45-0174-9301-D8C9-73539C1520D3}"/>
              </a:ext>
            </a:extLst>
          </p:cNvPr>
          <p:cNvSpPr txBox="1"/>
          <p:nvPr/>
        </p:nvSpPr>
        <p:spPr>
          <a:xfrm>
            <a:off x="3998310" y="6123543"/>
            <a:ext cx="4195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따라서 세미나 보드에는 </a:t>
            </a:r>
            <a:r>
              <a:rPr kumimoji="1" lang="en-US" altLang="ko-KR" b="1" dirty="0"/>
              <a:t>FS</a:t>
            </a:r>
            <a:r>
              <a:rPr kumimoji="1" lang="ko-KR" altLang="en-US" b="1" dirty="0"/>
              <a:t> 방식을 채택</a:t>
            </a:r>
          </a:p>
        </p:txBody>
      </p:sp>
    </p:spTree>
    <p:extLst>
      <p:ext uri="{BB962C8B-B14F-4D97-AF65-F5344CB8AC3E}">
        <p14:creationId xmlns:p14="http://schemas.microsoft.com/office/powerpoint/2010/main" val="863011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B42FA5-DF9D-4356-0255-764D666BEA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B29CD41-46D5-A272-AA65-0DECCF183A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2. USB Hardware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2-1 PINMAP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C7D01C7-8771-B76F-C2E7-6BB480F5E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3009905"/>
            <a:ext cx="7772400" cy="282045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C9743F-5337-9996-DAA0-DCAE88B29540}"/>
              </a:ext>
            </a:extLst>
          </p:cNvPr>
          <p:cNvSpPr txBox="1"/>
          <p:nvPr/>
        </p:nvSpPr>
        <p:spPr>
          <a:xfrm>
            <a:off x="7810131" y="2920384"/>
            <a:ext cx="2172069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D+: PA12</a:t>
            </a:r>
          </a:p>
          <a:p>
            <a:r>
              <a:rPr kumimoji="1" lang="en-US" altLang="ko-KR" dirty="0"/>
              <a:t>D-: PA11</a:t>
            </a:r>
          </a:p>
          <a:p>
            <a:r>
              <a:rPr kumimoji="1" lang="en-US" altLang="ko-KR" dirty="0"/>
              <a:t>VBUS_FS: PA9</a:t>
            </a:r>
          </a:p>
          <a:p>
            <a:r>
              <a:rPr kumimoji="1" lang="en-US" altLang="ko-KR" dirty="0"/>
              <a:t>OTG_FS_PSO: PA8</a:t>
            </a:r>
            <a:endParaRPr kumimoji="1" lang="ko-KR" alt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8D7A56E-DA33-380A-7F83-4BB1621AF424}"/>
              </a:ext>
            </a:extLst>
          </p:cNvPr>
          <p:cNvSpPr txBox="1"/>
          <p:nvPr/>
        </p:nvSpPr>
        <p:spPr>
          <a:xfrm>
            <a:off x="4679145" y="5919881"/>
            <a:ext cx="53030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sz="1100" b="1" dirty="0"/>
              <a:t>*</a:t>
            </a:r>
            <a:r>
              <a:rPr kumimoji="1" lang="ko-KR" altLang="en-US" sz="1100" b="1" dirty="0"/>
              <a:t>이때 </a:t>
            </a:r>
            <a:r>
              <a:rPr kumimoji="1" lang="en-US" altLang="ko-KR" sz="1100" b="1" dirty="0"/>
              <a:t>STMPS2141STR 4</a:t>
            </a:r>
            <a:r>
              <a:rPr kumimoji="1" lang="ko-KR" altLang="en-US" sz="1100" b="1" dirty="0"/>
              <a:t>번 핀으로 </a:t>
            </a:r>
            <a:r>
              <a:rPr kumimoji="1" lang="en-US" altLang="ko-KR" sz="1100" b="1" dirty="0"/>
              <a:t>LOW</a:t>
            </a:r>
            <a:r>
              <a:rPr kumimoji="1" lang="ko-KR" altLang="en-US" sz="1100" b="1" dirty="0"/>
              <a:t>신호가 들어가야 </a:t>
            </a:r>
            <a:r>
              <a:rPr kumimoji="1" lang="en-US" altLang="ko-KR" sz="1100" b="1" dirty="0"/>
              <a:t>1</a:t>
            </a:r>
            <a:r>
              <a:rPr kumimoji="1" lang="ko-KR" altLang="en-US" sz="1100" b="1" dirty="0" err="1"/>
              <a:t>번핀으로</a:t>
            </a:r>
            <a:r>
              <a:rPr kumimoji="1" lang="ko-KR" altLang="en-US" sz="1100" b="1" dirty="0"/>
              <a:t> </a:t>
            </a:r>
            <a:r>
              <a:rPr kumimoji="1" lang="en-US" altLang="ko-KR" sz="1100" b="1" dirty="0"/>
              <a:t>5V</a:t>
            </a:r>
            <a:r>
              <a:rPr kumimoji="1" lang="ko-KR" altLang="en-US" sz="1100" b="1" dirty="0"/>
              <a:t>가 출력됨</a:t>
            </a:r>
          </a:p>
        </p:txBody>
      </p:sp>
    </p:spTree>
    <p:extLst>
      <p:ext uri="{BB962C8B-B14F-4D97-AF65-F5344CB8AC3E}">
        <p14:creationId xmlns:p14="http://schemas.microsoft.com/office/powerpoint/2010/main" val="245688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172FDA-BF75-3748-A8A0-37BE36789C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269805-3B55-C3EA-7375-D9C576D101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3-1 USB_OTG_FS </a:t>
            </a:r>
            <a:r>
              <a:rPr lang="ko-KR" altLang="en-US" sz="2800" dirty="0">
                <a:latin typeface="+mn-lt"/>
              </a:rPr>
              <a:t>활성화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10C6A9D-67AA-9AE3-4A91-8FB9A326B7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30409"/>
            <a:ext cx="5214315" cy="355848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DEADE08-79FE-59C1-651C-0E8375B6D15F}"/>
              </a:ext>
            </a:extLst>
          </p:cNvPr>
          <p:cNvSpPr txBox="1"/>
          <p:nvPr/>
        </p:nvSpPr>
        <p:spPr>
          <a:xfrm>
            <a:off x="5919176" y="2730409"/>
            <a:ext cx="455355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ko-KR" altLang="en-US" dirty="0"/>
              <a:t>가장 먼저 </a:t>
            </a:r>
            <a:r>
              <a:rPr kumimoji="1" lang="en-US" altLang="ko-KR" dirty="0"/>
              <a:t>USB_OTG_FS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활성화 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(Mode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Host_Only</a:t>
            </a:r>
            <a:r>
              <a:rPr kumimoji="1" lang="ko-KR" altLang="en-US" dirty="0"/>
              <a:t>로 설정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369999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3761B-E062-8EA5-D794-B0C0E668C0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4359E27-3A20-8FCD-44AD-641EF547DC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3-2 USB_HOST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>
                <a:latin typeface="+mn-lt"/>
              </a:rPr>
              <a:t>IP</a:t>
            </a:r>
            <a:r>
              <a:rPr lang="ko-KR" altLang="en-US" sz="2800" dirty="0">
                <a:latin typeface="+mn-lt"/>
              </a:rPr>
              <a:t> 변경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B762E47-533A-35A5-DAE0-5BA5ECC5BB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89" y="2455815"/>
            <a:ext cx="5118190" cy="409613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4BEECCC-1BDB-D28B-007C-51A8B4B3F449}"/>
              </a:ext>
            </a:extLst>
          </p:cNvPr>
          <p:cNvSpPr txBox="1"/>
          <p:nvPr/>
        </p:nvSpPr>
        <p:spPr>
          <a:xfrm>
            <a:off x="6311279" y="2455815"/>
            <a:ext cx="56825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2.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</a:t>
            </a:r>
            <a:r>
              <a:rPr kumimoji="1" lang="ko-KR" altLang="en-US" dirty="0"/>
              <a:t> 활성화 이후 </a:t>
            </a:r>
            <a:r>
              <a:rPr kumimoji="1" lang="en-US" altLang="ko-KR" dirty="0"/>
              <a:t>IP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좌측 이미지와 같게 설정한다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10560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9DB0CF-873D-7CE4-A51A-BC45684751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658811-1125-D6B3-675F-98DD6EDE9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3-3 FATFS</a:t>
            </a:r>
            <a:r>
              <a:rPr lang="ko-KR" altLang="en-US" sz="2800" dirty="0">
                <a:latin typeface="+mn-lt"/>
              </a:rPr>
              <a:t> 설정 </a:t>
            </a:r>
            <a:r>
              <a:rPr lang="en-US" altLang="ko-KR" sz="2800" dirty="0">
                <a:latin typeface="+mn-lt"/>
              </a:rPr>
              <a:t>#1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B9DF627-5A9C-8367-ECF7-1CCFFA47B4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86614"/>
            <a:ext cx="6377887" cy="3347894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79513E4-CFED-B5EA-3C21-56DDA6868592}"/>
              </a:ext>
            </a:extLst>
          </p:cNvPr>
          <p:cNvSpPr txBox="1"/>
          <p:nvPr/>
        </p:nvSpPr>
        <p:spPr>
          <a:xfrm>
            <a:off x="6862439" y="2886614"/>
            <a:ext cx="42791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3.</a:t>
            </a:r>
            <a:r>
              <a:rPr kumimoji="1" lang="ko-KR" altLang="en-US" dirty="0"/>
              <a:t> </a:t>
            </a:r>
            <a:r>
              <a:rPr kumimoji="1" lang="en-US" altLang="ko-KR" dirty="0"/>
              <a:t>FATFS</a:t>
            </a:r>
            <a:r>
              <a:rPr kumimoji="1" lang="ko-KR" altLang="en-US" dirty="0"/>
              <a:t> </a:t>
            </a:r>
            <a:r>
              <a:rPr kumimoji="1" lang="en-US" altLang="ko-KR" dirty="0"/>
              <a:t>Mode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USB Disk</a:t>
            </a:r>
            <a:r>
              <a:rPr kumimoji="1" lang="ko-KR" altLang="en-US" dirty="0"/>
              <a:t>로 설정한다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912979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5126D5-4FFD-113D-C754-A3A52F93E3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F3A5E-5B5B-B3C3-21DD-045961DF5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3. STM32CubeMX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3-3 FATFS</a:t>
            </a:r>
            <a:r>
              <a:rPr lang="ko-KR" altLang="en-US" sz="2800" dirty="0">
                <a:latin typeface="+mn-lt"/>
              </a:rPr>
              <a:t> 설정 </a:t>
            </a:r>
            <a:r>
              <a:rPr lang="en-US" altLang="ko-KR" sz="2800" dirty="0">
                <a:latin typeface="+mn-lt"/>
              </a:rPr>
              <a:t>#2</a:t>
            </a:r>
            <a:endParaRPr lang="ko-KR" altLang="en-US" dirty="0">
              <a:latin typeface="+mn-lt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C28C7DE1-49F4-0F25-8442-FDB8A7BB43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564157"/>
            <a:ext cx="5384963" cy="392871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F4AA612-5DE6-0F30-7EC1-00B7AB858BDB}"/>
              </a:ext>
            </a:extLst>
          </p:cNvPr>
          <p:cNvSpPr txBox="1"/>
          <p:nvPr/>
        </p:nvSpPr>
        <p:spPr>
          <a:xfrm>
            <a:off x="6096000" y="2564157"/>
            <a:ext cx="5772734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/>
              <a:t>4.</a:t>
            </a:r>
            <a:r>
              <a:rPr kumimoji="1" lang="ko-KR" altLang="en-US" dirty="0"/>
              <a:t> 그 후 </a:t>
            </a:r>
            <a:r>
              <a:rPr kumimoji="1" lang="en-US" altLang="ko-KR" dirty="0"/>
              <a:t>USE_LFN</a:t>
            </a:r>
            <a:r>
              <a:rPr kumimoji="1" lang="ko-KR" altLang="en-US" dirty="0"/>
              <a:t>을 </a:t>
            </a:r>
            <a:r>
              <a:rPr kumimoji="1" lang="en-US" altLang="ko-KR" dirty="0"/>
              <a:t>BSS</a:t>
            </a:r>
            <a:r>
              <a:rPr kumimoji="1" lang="ko-KR" altLang="en-US" dirty="0"/>
              <a:t>로 활성화 해준다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(</a:t>
            </a:r>
            <a:r>
              <a:rPr kumimoji="1" lang="ko-KR" altLang="en-US" dirty="0"/>
              <a:t>이렇게 </a:t>
            </a:r>
            <a:r>
              <a:rPr kumimoji="1" lang="ko-KR" altLang="en-US" dirty="0" err="1"/>
              <a:t>해야지만</a:t>
            </a:r>
            <a:r>
              <a:rPr kumimoji="1" lang="ko-KR" altLang="en-US" dirty="0"/>
              <a:t> 파일 이름을 길게 만들어도 </a:t>
            </a:r>
            <a:endParaRPr kumimoji="1" lang="en-US" altLang="ko-KR" dirty="0"/>
          </a:p>
          <a:p>
            <a:r>
              <a:rPr kumimoji="1" lang="ko-KR" altLang="en-US" dirty="0"/>
              <a:t>파일에 접근이 가능해진다</a:t>
            </a:r>
            <a:r>
              <a:rPr kumimoji="1" lang="en-US" altLang="ko-KR" dirty="0"/>
              <a:t>.)</a:t>
            </a:r>
          </a:p>
          <a:p>
            <a:endParaRPr kumimoji="1" lang="en-US" altLang="ko-KR" dirty="0"/>
          </a:p>
          <a:p>
            <a:r>
              <a:rPr kumimoji="1" lang="en-US" altLang="ko-KR" dirty="0"/>
              <a:t>5.</a:t>
            </a:r>
            <a:r>
              <a:rPr kumimoji="1" lang="ko-KR" altLang="en-US" dirty="0"/>
              <a:t> </a:t>
            </a:r>
            <a:r>
              <a:rPr kumimoji="1" lang="en-US" altLang="ko-KR" dirty="0"/>
              <a:t>MAX_SS</a:t>
            </a:r>
            <a:r>
              <a:rPr kumimoji="1" lang="ko-KR" altLang="en-US" dirty="0" err="1"/>
              <a:t>를</a:t>
            </a:r>
            <a:r>
              <a:rPr kumimoji="1" lang="ko-KR" altLang="en-US" dirty="0"/>
              <a:t> </a:t>
            </a:r>
            <a:r>
              <a:rPr kumimoji="1" lang="en-US" altLang="ko-KR" dirty="0"/>
              <a:t>4096</a:t>
            </a:r>
            <a:r>
              <a:rPr kumimoji="1" lang="ko-KR" altLang="en-US" dirty="0" err="1"/>
              <a:t>으로</a:t>
            </a:r>
            <a:r>
              <a:rPr kumimoji="1" lang="ko-KR" altLang="en-US" dirty="0"/>
              <a:t> 설정한다</a:t>
            </a:r>
            <a:r>
              <a:rPr kumimoji="1" lang="en-US" altLang="ko-KR" dirty="0"/>
              <a:t>.</a:t>
            </a:r>
          </a:p>
          <a:p>
            <a:r>
              <a:rPr kumimoji="1" lang="en-US" altLang="ko-KR" dirty="0"/>
              <a:t>(MAX_SS</a:t>
            </a:r>
            <a:r>
              <a:rPr kumimoji="1" lang="ko-KR" altLang="en-US" dirty="0"/>
              <a:t>는 한번에 최대 읽고 쓰기 가능한 크기를 설정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32842835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CDFD99-E17A-FD49-598C-E1C32B3AC3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AC249F-6771-35C3-D11B-8FE22D888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4-1 Mount, </a:t>
            </a:r>
            <a:r>
              <a:rPr lang="en-US" altLang="ko-KR" sz="2800" dirty="0" err="1">
                <a:latin typeface="+mn-lt"/>
              </a:rPr>
              <a:t>UnMount</a:t>
            </a:r>
            <a:r>
              <a:rPr lang="en-US" altLang="ko-KR" sz="2800" dirty="0">
                <a:latin typeface="+mn-lt"/>
              </a:rPr>
              <a:t> </a:t>
            </a:r>
            <a:r>
              <a:rPr lang="ko-KR" altLang="en-US" sz="2800" dirty="0">
                <a:latin typeface="+mn-lt"/>
              </a:rPr>
              <a:t>함수 링크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DD947876-CA1E-9E7D-911B-C397D2567B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894001"/>
            <a:ext cx="4931510" cy="340104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235483F-CBC3-5613-E810-BAECEC7416FD}"/>
              </a:ext>
            </a:extLst>
          </p:cNvPr>
          <p:cNvSpPr txBox="1"/>
          <p:nvPr/>
        </p:nvSpPr>
        <p:spPr>
          <a:xfrm>
            <a:off x="5919176" y="3207328"/>
            <a:ext cx="5129930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dirty="0"/>
              <a:t>모든 설정을 마치고 코드를 생성하면 실제</a:t>
            </a:r>
            <a:endParaRPr kumimoji="1" lang="en-US" altLang="ko-KR" dirty="0"/>
          </a:p>
          <a:p>
            <a:r>
              <a:rPr kumimoji="1" lang="en-US" altLang="ko-KR" dirty="0"/>
              <a:t>USB Mount </a:t>
            </a:r>
            <a:r>
              <a:rPr kumimoji="1" lang="en-US" altLang="ko-KR" dirty="0" err="1"/>
              <a:t>UnMount</a:t>
            </a:r>
            <a:r>
              <a:rPr kumimoji="1" lang="ko-KR" altLang="en-US" dirty="0"/>
              <a:t> 함수를 사용자가 정의하여</a:t>
            </a:r>
            <a:endParaRPr kumimoji="1" lang="en-US" altLang="ko-KR" dirty="0"/>
          </a:p>
          <a:p>
            <a:r>
              <a:rPr kumimoji="1" lang="ko-KR" altLang="en-US" dirty="0"/>
              <a:t>연결해 줘야 한다</a:t>
            </a:r>
            <a:r>
              <a:rPr kumimoji="1" lang="en-US" altLang="ko-KR" dirty="0"/>
              <a:t>.</a:t>
            </a:r>
          </a:p>
          <a:p>
            <a:endParaRPr kumimoji="1" lang="en-US" altLang="ko-KR" dirty="0"/>
          </a:p>
          <a:p>
            <a:r>
              <a:rPr kumimoji="1" lang="ko-KR" altLang="en-US" dirty="0"/>
              <a:t>해당 함수는 </a:t>
            </a:r>
            <a:r>
              <a:rPr kumimoji="1" lang="en-US" altLang="ko-KR" dirty="0" err="1"/>
              <a:t>usb_host.c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정의되어 있다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BC5E71D-6A3A-5790-14D8-6B6AD95A8673}"/>
              </a:ext>
            </a:extLst>
          </p:cNvPr>
          <p:cNvSpPr txBox="1"/>
          <p:nvPr/>
        </p:nvSpPr>
        <p:spPr>
          <a:xfrm>
            <a:off x="1524147" y="6295042"/>
            <a:ext cx="285231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ko-KR" altLang="en-US" sz="1200" dirty="0"/>
              <a:t>*자동 생성된 </a:t>
            </a:r>
            <a:r>
              <a:rPr kumimoji="1" lang="en-US" altLang="ko-KR" sz="1200" dirty="0" err="1"/>
              <a:t>USBH_UserProcess</a:t>
            </a:r>
            <a:r>
              <a:rPr kumimoji="1" lang="en-US" altLang="ko-KR" sz="1200" dirty="0"/>
              <a:t> </a:t>
            </a:r>
            <a:r>
              <a:rPr kumimoji="1" lang="ko-KR" altLang="en-US" sz="1200" dirty="0"/>
              <a:t>함수</a:t>
            </a:r>
          </a:p>
        </p:txBody>
      </p:sp>
    </p:spTree>
    <p:extLst>
      <p:ext uri="{BB962C8B-B14F-4D97-AF65-F5344CB8AC3E}">
        <p14:creationId xmlns:p14="http://schemas.microsoft.com/office/powerpoint/2010/main" val="3438598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16707-D444-F62B-0F00-4AF3521A02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E70FE4B-9ADD-104F-9EE1-52793B7A6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4-2 </a:t>
            </a:r>
            <a:r>
              <a:rPr lang="en-US" altLang="ko-KR" sz="2800" dirty="0" err="1">
                <a:latin typeface="+mn-lt"/>
              </a:rPr>
              <a:t>USB_HOST.c</a:t>
            </a:r>
            <a:r>
              <a:rPr lang="ko-KR" altLang="en-US" sz="2800" dirty="0">
                <a:latin typeface="+mn-lt"/>
              </a:rPr>
              <a:t> 파일 수정</a:t>
            </a:r>
            <a:endParaRPr lang="ko-KR" altLang="en-US" dirty="0">
              <a:latin typeface="+mn-lt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72D7014-5D26-E0CC-2066-9CCC7B8A3A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3523454"/>
            <a:ext cx="3165540" cy="3248222"/>
          </a:xfrm>
          <a:prstGeom prst="rect">
            <a:avLst/>
          </a:prstGeom>
        </p:spPr>
      </p:pic>
      <p:pic>
        <p:nvPicPr>
          <p:cNvPr id="8" name="그림 7">
            <a:extLst>
              <a:ext uri="{FF2B5EF4-FFF2-40B4-BE49-F238E27FC236}">
                <a16:creationId xmlns:a16="http://schemas.microsoft.com/office/drawing/2014/main" id="{14D2B62B-C113-3010-137E-FD6AF9079A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552" y="2341941"/>
            <a:ext cx="3165540" cy="118151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02068A9-DD11-21B7-62DD-DFCE1904891B}"/>
              </a:ext>
            </a:extLst>
          </p:cNvPr>
          <p:cNvSpPr txBox="1"/>
          <p:nvPr/>
        </p:nvSpPr>
        <p:spPr>
          <a:xfrm>
            <a:off x="5013215" y="3061789"/>
            <a:ext cx="622587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kumimoji="1" lang="en-US" altLang="ko-KR" dirty="0" err="1"/>
              <a:t>main.c</a:t>
            </a:r>
            <a:r>
              <a:rPr kumimoji="1" lang="ko-KR" altLang="en-US" dirty="0" err="1"/>
              <a:t>에</a:t>
            </a:r>
            <a:r>
              <a:rPr kumimoji="1" lang="ko-KR" altLang="en-US" dirty="0"/>
              <a:t> </a:t>
            </a:r>
            <a:r>
              <a:rPr kumimoji="1" lang="en-US" altLang="ko-KR" dirty="0" err="1"/>
              <a:t>MountUSB</a:t>
            </a:r>
            <a:r>
              <a:rPr kumimoji="1" lang="ko-KR" altLang="en-US" dirty="0"/>
              <a:t>와 </a:t>
            </a:r>
            <a:r>
              <a:rPr kumimoji="1" lang="en-US" altLang="ko-KR" dirty="0" err="1"/>
              <a:t>UnMountUSB</a:t>
            </a:r>
            <a:r>
              <a:rPr kumimoji="1" lang="ko-KR" altLang="en-US" dirty="0"/>
              <a:t> 함수를 정의한다</a:t>
            </a:r>
            <a:r>
              <a:rPr kumimoji="1" lang="en-US" altLang="ko-KR" dirty="0"/>
              <a:t>.</a:t>
            </a:r>
          </a:p>
          <a:p>
            <a:pPr marL="342900" indent="-342900">
              <a:buAutoNum type="arabicPeriod"/>
            </a:pPr>
            <a:r>
              <a:rPr kumimoji="1" lang="en-US" altLang="ko-KR" dirty="0" err="1"/>
              <a:t>USB_HOST.c</a:t>
            </a:r>
            <a:r>
              <a:rPr kumimoji="1" lang="ko-KR" altLang="en-US" dirty="0"/>
              <a:t> 파일 내부 </a:t>
            </a:r>
            <a:r>
              <a:rPr kumimoji="1" lang="en-US" altLang="ko-KR" dirty="0" err="1"/>
              <a:t>USBH_UserProcess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함수에 앞서</a:t>
            </a:r>
            <a:endParaRPr kumimoji="1" lang="en-US" altLang="ko-KR" dirty="0"/>
          </a:p>
          <a:p>
            <a:r>
              <a:rPr kumimoji="1" lang="ko-KR" altLang="en-US" dirty="0"/>
              <a:t>정의한 함수를 연결해준다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335065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09E4BF-965E-9FDF-88D3-BA2D54424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C992C8-B8E7-839C-9262-1D3D992F9A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4. STM32CubeIDE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4-3 </a:t>
            </a:r>
            <a:r>
              <a:rPr lang="en-US" altLang="ko-KR" sz="2800" dirty="0" err="1">
                <a:latin typeface="+mn-lt"/>
              </a:rPr>
              <a:t>f_mount</a:t>
            </a:r>
            <a:endParaRPr lang="ko-KR" altLang="en-US" dirty="0">
              <a:latin typeface="+mn-lt"/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FC899715-2DC6-37AA-8437-D05F853D23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552" y="2733675"/>
            <a:ext cx="4775200" cy="37592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6B578940-6ADD-C68A-EAFA-84F32EFFB70E}"/>
              </a:ext>
            </a:extLst>
          </p:cNvPr>
          <p:cNvSpPr txBox="1"/>
          <p:nvPr/>
        </p:nvSpPr>
        <p:spPr>
          <a:xfrm>
            <a:off x="5441604" y="2733675"/>
            <a:ext cx="591219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ko-KR" dirty="0" err="1"/>
              <a:t>f_mount</a:t>
            </a:r>
            <a:r>
              <a:rPr kumimoji="1" lang="en-US" altLang="ko-KR" dirty="0"/>
              <a:t> </a:t>
            </a:r>
            <a:r>
              <a:rPr kumimoji="1" lang="ko-KR" altLang="en-US" dirty="0"/>
              <a:t>함수는</a:t>
            </a:r>
            <a:r>
              <a:rPr kumimoji="1" lang="en-US" altLang="ko-KR" dirty="0"/>
              <a:t> </a:t>
            </a:r>
            <a:r>
              <a:rPr kumimoji="1" lang="ko-KR" altLang="en-US" dirty="0"/>
              <a:t>매개변수가 </a:t>
            </a:r>
            <a:r>
              <a:rPr kumimoji="1" lang="en-US" altLang="ko-KR" dirty="0"/>
              <a:t>3</a:t>
            </a:r>
            <a:r>
              <a:rPr kumimoji="1" lang="ko-KR" altLang="en-US" dirty="0"/>
              <a:t>개이다</a:t>
            </a:r>
            <a:r>
              <a:rPr kumimoji="1" lang="en-US" altLang="ko-KR" dirty="0"/>
              <a:t>.</a:t>
            </a:r>
          </a:p>
          <a:p>
            <a:r>
              <a:rPr kumimoji="1" lang="ko-KR" altLang="en-US" dirty="0"/>
              <a:t>이때 만약 </a:t>
            </a:r>
            <a:r>
              <a:rPr kumimoji="1" lang="en-US" altLang="ko-KR" dirty="0"/>
              <a:t>opt</a:t>
            </a:r>
            <a:r>
              <a:rPr kumimoji="1" lang="ko-KR" altLang="en-US" dirty="0"/>
              <a:t> </a:t>
            </a:r>
            <a:r>
              <a:rPr kumimoji="1" lang="en-US" altLang="ko-KR" dirty="0"/>
              <a:t>=</a:t>
            </a:r>
            <a:r>
              <a:rPr kumimoji="1" lang="ko-KR" altLang="en-US" dirty="0"/>
              <a:t> </a:t>
            </a:r>
            <a:r>
              <a:rPr kumimoji="1" lang="en-US" altLang="ko-KR" dirty="0"/>
              <a:t>1</a:t>
            </a:r>
            <a:r>
              <a:rPr kumimoji="1" lang="ko-KR" altLang="en-US" dirty="0"/>
              <a:t>이라면 즉시 마운트를 시도하기 때문에</a:t>
            </a:r>
            <a:endParaRPr kumimoji="1" lang="en-US" altLang="ko-KR" dirty="0"/>
          </a:p>
          <a:p>
            <a:r>
              <a:rPr kumimoji="1" lang="ko-KR" altLang="en-US" dirty="0"/>
              <a:t>시점에 따라 </a:t>
            </a:r>
            <a:r>
              <a:rPr kumimoji="1" lang="en-US" altLang="ko-KR" dirty="0"/>
              <a:t>opt </a:t>
            </a:r>
            <a:r>
              <a:rPr kumimoji="1" lang="ko-KR" altLang="en-US" dirty="0"/>
              <a:t>조절이 필요하다</a:t>
            </a:r>
            <a:r>
              <a:rPr kumimoji="1" lang="en-US" altLang="ko-KR" dirty="0"/>
              <a:t>.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722664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B55756-4DC7-EEA5-B363-8B2E9AEAD2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06489C4-0D5F-6BC5-3826-3543CDDF0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4552" y="365125"/>
            <a:ext cx="10869248" cy="1687513"/>
          </a:xfrm>
        </p:spPr>
        <p:txBody>
          <a:bodyPr>
            <a:normAutofit/>
          </a:bodyPr>
          <a:lstStyle/>
          <a:p>
            <a:r>
              <a:rPr lang="en-US" altLang="ko-KR" dirty="0">
                <a:latin typeface="+mn-lt"/>
              </a:rPr>
              <a:t>5. </a:t>
            </a:r>
            <a:r>
              <a:rPr lang="en-US" altLang="ko-KR" dirty="0"/>
              <a:t>Firmware update</a:t>
            </a:r>
            <a:br>
              <a:rPr lang="en-US" altLang="ko-KR" dirty="0">
                <a:latin typeface="+mn-lt"/>
              </a:rPr>
            </a:br>
            <a:r>
              <a:rPr lang="en-US" altLang="ko-KR" sz="2800" dirty="0">
                <a:latin typeface="+mn-lt"/>
              </a:rPr>
              <a:t>5-1</a:t>
            </a:r>
            <a:r>
              <a:rPr lang="ko-KR" altLang="en-US" sz="2800" dirty="0">
                <a:latin typeface="+mn-lt"/>
              </a:rPr>
              <a:t> </a:t>
            </a:r>
            <a:r>
              <a:rPr lang="en-US" altLang="ko-KR" sz="2800" dirty="0"/>
              <a:t>Bootloader</a:t>
            </a:r>
            <a:r>
              <a:rPr lang="ko-KR" altLang="en-US" sz="2800" dirty="0">
                <a:latin typeface="+mn-lt"/>
              </a:rPr>
              <a:t> </a:t>
            </a:r>
            <a:endParaRPr lang="ko-KR" altLang="en-US" dirty="0">
              <a:latin typeface="+mn-lt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6E03483-156D-8FA7-18DE-13443019F0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29664" y="2449056"/>
            <a:ext cx="2332671" cy="42874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712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DAD81B-2115-D1FD-6972-35A23BEA0F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20">
            <a:extLst>
              <a:ext uri="{FF2B5EF4-FFF2-40B4-BE49-F238E27FC236}">
                <a16:creationId xmlns:a16="http://schemas.microsoft.com/office/drawing/2014/main" id="{4D23E633-E6C0-7FD3-835A-F657588DC1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3429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9" name="Slide Background">
            <a:extLst>
              <a:ext uri="{FF2B5EF4-FFF2-40B4-BE49-F238E27FC236}">
                <a16:creationId xmlns:a16="http://schemas.microsoft.com/office/drawing/2014/main" id="{230468DB-7E91-A677-B40E-B9728D769A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0" name="Picture 16" descr="회로판">
            <a:extLst>
              <a:ext uri="{FF2B5EF4-FFF2-40B4-BE49-F238E27FC236}">
                <a16:creationId xmlns:a16="http://schemas.microsoft.com/office/drawing/2014/main" id="{638EE6DE-901A-49FB-D236-5EF89F7FADC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5730"/>
          <a:stretch/>
        </p:blipFill>
        <p:spPr>
          <a:xfrm>
            <a:off x="20" y="10"/>
            <a:ext cx="12191979" cy="6857988"/>
          </a:xfrm>
          <a:prstGeom prst="rect">
            <a:avLst/>
          </a:prstGeom>
          <a:effectLst>
            <a:outerShdw blurRad="596900" dist="330200" dir="8820000" sx="87000" sy="87000" algn="ctr" rotWithShape="0">
              <a:srgbClr val="000000">
                <a:alpha val="29000"/>
              </a:srgbClr>
            </a:outerShdw>
          </a:effectLst>
        </p:spPr>
      </p:pic>
      <p:sp>
        <p:nvSpPr>
          <p:cNvPr id="22" name="Rectangle 24">
            <a:extLst>
              <a:ext uri="{FF2B5EF4-FFF2-40B4-BE49-F238E27FC236}">
                <a16:creationId xmlns:a16="http://schemas.microsoft.com/office/drawing/2014/main" id="{2914EAE0-BBD5-3860-803F-947A11452B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2"/>
            <a:ext cx="12192000" cy="2295307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524AFB3-2137-405A-75EF-3123B1714BE7}"/>
              </a:ext>
            </a:extLst>
          </p:cNvPr>
          <p:cNvSpPr txBox="1"/>
          <p:nvPr/>
        </p:nvSpPr>
        <p:spPr>
          <a:xfrm>
            <a:off x="5494308" y="240075"/>
            <a:ext cx="1203383" cy="18151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atinLnBrk="0">
              <a:spcBef>
                <a:spcPct val="0"/>
              </a:spcBef>
              <a:spcAft>
                <a:spcPts val="600"/>
              </a:spcAft>
            </a:pPr>
            <a:r>
              <a:rPr lang="ko-KR" altLang="en-US" sz="36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응용</a:t>
            </a:r>
          </a:p>
        </p:txBody>
      </p:sp>
    </p:spTree>
    <p:extLst>
      <p:ext uri="{BB962C8B-B14F-4D97-AF65-F5344CB8AC3E}">
        <p14:creationId xmlns:p14="http://schemas.microsoft.com/office/powerpoint/2010/main" val="85793855"/>
      </p:ext>
    </p:extLst>
  </p:cSld>
  <p:clrMapOvr>
    <a:masterClrMapping/>
  </p:clrMapOvr>
</p:sld>
</file>

<file path=ppt/theme/theme1.xml><?xml version="1.0" encoding="utf-8"?>
<a:theme xmlns:a="http://schemas.openxmlformats.org/drawingml/2006/main" name="MatrixVTI">
  <a:themeElements>
    <a:clrScheme name="Custom 29">
      <a:dk1>
        <a:srgbClr val="000000"/>
      </a:dk1>
      <a:lt1>
        <a:sysClr val="window" lastClr="FFFFFF"/>
      </a:lt1>
      <a:dk2>
        <a:srgbClr val="465959"/>
      </a:dk2>
      <a:lt2>
        <a:srgbClr val="ECF0F0"/>
      </a:lt2>
      <a:accent1>
        <a:srgbClr val="1EBE9B"/>
      </a:accent1>
      <a:accent2>
        <a:srgbClr val="FD7C7C"/>
      </a:accent2>
      <a:accent3>
        <a:srgbClr val="7DA8B5"/>
      </a:accent3>
      <a:accent4>
        <a:srgbClr val="17967B"/>
      </a:accent4>
      <a:accent5>
        <a:srgbClr val="FB7365"/>
      </a:accent5>
      <a:accent6>
        <a:srgbClr val="D39B17"/>
      </a:accent6>
      <a:hlink>
        <a:srgbClr val="EF08F7"/>
      </a:hlink>
      <a:folHlink>
        <a:srgbClr val="8477FE"/>
      </a:folHlink>
    </a:clrScheme>
    <a:fontScheme name="Custom 4">
      <a:majorFont>
        <a:latin typeface="Bahnschrift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trixVTI" id="{A2576CCC-A559-4FD4-A542-772649F65A84}" vid="{5CBC41A9-80A0-44C6-90CD-6D8630343525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3736</TotalTime>
  <Words>564</Words>
  <Application>Microsoft Macintosh PowerPoint</Application>
  <PresentationFormat>와이드스크린</PresentationFormat>
  <Paragraphs>95</Paragraphs>
  <Slides>18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4" baseType="lpstr">
      <vt:lpstr>맑은 고딕</vt:lpstr>
      <vt:lpstr>Google Sans Text</vt:lpstr>
      <vt:lpstr>Arial</vt:lpstr>
      <vt:lpstr>Avenir Next LT Pro</vt:lpstr>
      <vt:lpstr>Bahnschrift</vt:lpstr>
      <vt:lpstr>MatrixVTI</vt:lpstr>
      <vt:lpstr>ARM Processor </vt:lpstr>
      <vt:lpstr>응용편 STM32 기반 서보모터 모션 티칭(Teaching) 및 재생(Playback) 제어기 구현</vt:lpstr>
      <vt:lpstr>응용편 STM32 기반 서보모터 모션 티칭(Teaching) 및 재생(Playback) 제어기 구현</vt:lpstr>
      <vt:lpstr>응용편 STM32 기반 서보모터 모션 티칭(Teaching) 및 재생(Playback) 제어기 구현</vt:lpstr>
      <vt:lpstr>ARM Processor Seminar Roadmap</vt:lpstr>
      <vt:lpstr>PowerPoint 프레젠테이션</vt:lpstr>
      <vt:lpstr>1. USB 1-1 MCU 내부 USB 하드웨어 설명</vt:lpstr>
      <vt:lpstr>1. USB 1-2 USB-FS와 USB-HS의 차이</vt:lpstr>
      <vt:lpstr>2. USB Hardware 2-1 PINMAP</vt:lpstr>
      <vt:lpstr>3. STM32CubeMX 3-1 USB_OTG_FS 활성화</vt:lpstr>
      <vt:lpstr>3. STM32CubeMX 3-2 USB_HOST IP 변경</vt:lpstr>
      <vt:lpstr>3. STM32CubeMX 3-3 FATFS 설정 #1</vt:lpstr>
      <vt:lpstr>3. STM32CubeMX 3-3 FATFS 설정 #2</vt:lpstr>
      <vt:lpstr>4. STM32CubeIDE 4-1 Mount, UnMount 함수 링크</vt:lpstr>
      <vt:lpstr>4. STM32CubeIDE 4-2 USB_HOST.c 파일 수정</vt:lpstr>
      <vt:lpstr>4. STM32CubeIDE 4-3 f_mount</vt:lpstr>
      <vt:lpstr>5. Firmware update 5-1 Bootloader 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ARM Processor 세미나</dc:title>
  <dc:creator>mta</dc:creator>
  <cp:lastModifiedBy>mta</cp:lastModifiedBy>
  <cp:revision>1041</cp:revision>
  <dcterms:created xsi:type="dcterms:W3CDTF">2023-04-01T05:56:39Z</dcterms:created>
  <dcterms:modified xsi:type="dcterms:W3CDTF">2025-12-15T11:04:53Z</dcterms:modified>
</cp:coreProperties>
</file>
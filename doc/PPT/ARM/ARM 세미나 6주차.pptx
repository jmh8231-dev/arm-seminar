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0" r:id="rId1"/>
  </p:sldMasterIdLst>
  <p:notesMasterIdLst>
    <p:notesMasterId r:id="rId25"/>
  </p:notesMasterIdLst>
  <p:sldIdLst>
    <p:sldId id="256" r:id="rId2"/>
    <p:sldId id="495" r:id="rId3"/>
    <p:sldId id="493" r:id="rId4"/>
    <p:sldId id="405" r:id="rId5"/>
    <p:sldId id="258" r:id="rId6"/>
    <p:sldId id="463" r:id="rId7"/>
    <p:sldId id="496" r:id="rId8"/>
    <p:sldId id="491" r:id="rId9"/>
    <p:sldId id="492" r:id="rId10"/>
    <p:sldId id="498" r:id="rId11"/>
    <p:sldId id="503" r:id="rId12"/>
    <p:sldId id="499" r:id="rId13"/>
    <p:sldId id="441" r:id="rId14"/>
    <p:sldId id="502" r:id="rId15"/>
    <p:sldId id="442" r:id="rId16"/>
    <p:sldId id="443" r:id="rId17"/>
    <p:sldId id="444" r:id="rId18"/>
    <p:sldId id="445" r:id="rId19"/>
    <p:sldId id="475" r:id="rId20"/>
    <p:sldId id="504" r:id="rId21"/>
    <p:sldId id="505" r:id="rId22"/>
    <p:sldId id="459" r:id="rId23"/>
    <p:sldId id="501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3AECD4F-9523-4815-827E-2B8DD5C14A03}">
          <p14:sldIdLst>
            <p14:sldId id="256"/>
            <p14:sldId id="495"/>
            <p14:sldId id="493"/>
            <p14:sldId id="405"/>
            <p14:sldId id="258"/>
            <p14:sldId id="463"/>
            <p14:sldId id="496"/>
            <p14:sldId id="491"/>
            <p14:sldId id="492"/>
            <p14:sldId id="498"/>
            <p14:sldId id="503"/>
            <p14:sldId id="499"/>
            <p14:sldId id="441"/>
            <p14:sldId id="502"/>
            <p14:sldId id="442"/>
            <p14:sldId id="443"/>
            <p14:sldId id="444"/>
            <p14:sldId id="445"/>
            <p14:sldId id="475"/>
            <p14:sldId id="504"/>
            <p14:sldId id="505"/>
            <p14:sldId id="459"/>
            <p14:sldId id="5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9" autoAdjust="0"/>
    <p:restoredTop sz="94666"/>
  </p:normalViewPr>
  <p:slideViewPr>
    <p:cSldViewPr snapToGrid="0">
      <p:cViewPr varScale="1">
        <p:scale>
          <a:sx n="199" d="100"/>
          <a:sy n="199" d="100"/>
        </p:scale>
        <p:origin x="10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3.8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1 24575,'-2'8'0,"0"5"0,-4 8 0,1 7 0,-3 3 0,3-1 0,-2 1 0,3 4 0,0-1 0,-1 0 0,1-10 0,1-5 0,1-6 0,2-6 0,0-3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4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24575,'0'4'0,"0"2"0,0 3 0,0 4 0,0-2 0,0-2 0,0-5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4.2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24575,'0'42'0,"0"-1"0,0-5 0,0 5 0,2 0 0,0-9 0,1-9 0,-1-16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4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24575,'0'43'0,"0"1"0,0 6 0,4 0 0,-1-1 0,3-10 0,-4-16 0,0-13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4.5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24575,'2'60'0,"-2"1"0,4 1 0,1-3 0,-3-26 0,2-9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4.7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24575,'0'47'0,"0"2"0,2 12 0,2-2 0,1 3 0,1-27 0,-4-10 0,0-23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4.8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24575,'2'64'0,"-2"9"0,2 18 0,-2 1 0,0-15 0,2-16 0,-1-29 0,0-15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5.0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24575,'-2'57'0,"1"-9"0,-1-12 0,2-5 0,0-18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5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24575,'0'34'0,"0"5"0,0 9 0,0 9 0,4-4 0,-3-18 0,3-14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5.3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24575,'0'43'0,"0"5"0,0 9 0,2 2 0,1 4 0,1-22 0,-2-12 0,0-22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5.5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 24575,'0'55'0,"0"7"0,0 4 0,0 3 0,0 1 0,0-4 0,0-1 0,0-1 0,-2 3 0,0-4 0,0 7 0,0-14 0,2-20 0,0-15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5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24575,'0'11'0,"0"-3"0,0-1 0,0-5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6.3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6.5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24575,'-2'8'0,"1"1"0,-1 4 0,2 3 0,0-7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6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24575,'2'29'0,"-2"-7"0,2-9 0,-2-8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6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24575,'0'3'0,"0"-1"0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8.4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8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1 24575,'-9'28'0,"2"3"0,1 5 0,3 7 0,1-18 0,2-1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8.7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24575,'0'31'0,"0"5"0,0 11 0,0-2 0,0-22 0,0-5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8.9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1 24575,'-4'39'0,"0"4"0,1 1 0,1 7 0,2-23 0,0-3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9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0 24575,'-2'47'0,"-3"4"0,1 9 0,-1 1 0,3 3 0,2-29 0,0-5 0,0-28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9.3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0 24575,'-2'41'0,"0"1"0,-1-1 0,1 5 0,2 0 0,0 16 0,0 4 0,-2 13 0,0 0 0,-3 5 0,2 1 0,1 0 0,4-17 0,-1-26 0,0-23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9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24575,'-2'9'0,"1"-3"0,-1 2 0,2 3 0,0 4 0,0-1 0,0-3 0,0-8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9.6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24575,'0'36'0,"0"4"0,0 12 0,0 0 0,0-21 0,0-9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9.7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 24575,'-2'45'0,"0"-5"0,-1-2 0,1-8 0,2-11 0,0-7 0,0-11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19.9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24575,'-2'45'0,"2"3"0,-2 8 0,4-7 0,-2-18 0,2-14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0.0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24575,'0'35'0,"0"6"0,0 14 0,1-3 0,2-5 0,-1-19 0,0-8 0,-2-16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0.2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24575,'0'39'0,"0"1"0,2 3 0,0-2 0,2 0 0,-1-14 0,-1-8 0,-2-14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0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24575,'3'52'0,"-1"-2"0,0-9 0,-2 2 0,4-16 0,-4-6 0,2-15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0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24575,'2'53'0,"-2"-2"0,4 1 0,-1-7 0,1-18 0,-2-9 0,0-14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0.6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24575,'0'32'0,"0"3"0,2 6 0,2 2 0,-1-19 0,1-5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0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24575,'0'16'0,"0"2"0,0 16 0,2 1 0,1-1 0,-1-13 0,0-11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0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24575,'0'2'0,"0"0"0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2.2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2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0 24575,'-4'28'0,"0"2"0,1 6 0,1 0 0,2-13 0,0-8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2.5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0 24575,'-4'42'0,"-3"-1"0,3 10 0,-1-8 0,3-17 0,2-9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2.7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0 24575,'-9'43'0,"2"-2"0,3 0 0,2-4 0,2-16 0,0-6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2.8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 24575,'-3'51'0,"-3"7"0,3 8 0,-1 6 0,4-4 0,0-27 0,2-12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3.0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0 24575,'0'51'0,"-2"3"0,0 9 0,-1 0 0,1-27 0,2-9 0,0-25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3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1 24575,'-5'46'0,"-1"1"0,-1 14 0,0-2 0,2-5 0,3-21 0,2-11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3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 24575,'-2'69'0,"0"-5"0,-1-3 0,1-5 0,2-25 0,0-6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3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24575,'-2'31'0,"2"2"0,-2 10 0,4 6 0,-2-19 0,2-2 0,-2-26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3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24575,'5'66'0,"-1"-2"0,0 6 0,3-5 0,-1-5 0,-1-25 0,-1-12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3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24575,'0'25'0,"0"0"0,0 1 0,1 4 0,2-7 0,-1-6 0,0-11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3.9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24575,'0'61'0,"2"2"0,-1 5 0,2 4 0,-2-20 0,1-14 0,-2-28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4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24575,'0'28'0,"0"1"0,0 8 0,2 5 0,0-10 0,0-8 0,0-12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4.2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24575,'3'33'0,"-1"1"0,-2-8 0,0 0 0,0-12 0,0-5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24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24575,'0'14'0,"0"-8"0,0 6 0,0-10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38.7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24575,'10'2'0,"15"2"0,19 1 0,24 3 0,19-3 0,-19 0 0,4 0 0,-10-1 0,0 0 0,7 1 0,-3-1 0,24 0 0,-27-2 0,-5-2 0,14 0 0,5 0 0,-2-2 0,-21 2 0,-8-2 0,-22 0 0,0 1 0,-12-1 0,-10 2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40.83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24575,'34'4'0,"10"-1"0,28 1 0,6-4 0,2 2 0,-15-2 0,-20-2 0,-16 2 0,-13-2 0,-4 2 0,6 0 0,13 0 0,11 0 0,9 0 0,-13 0 0,-13 2 0,-13-2 0,-8 2 0,4-2 0,1 0 0,10 0 0,5 2 0,3 1 0,-5-1 0,-8 0 0,-4-2 0,-1 2 0,2-2 0,-2 2 0,-3-2 0,4 0 0,17 2 0,17 2 0,8-1 0,-10 1 0,-20-2 0,-16 0 0,-6 3 0,0-1 0,0 12 0,2 6 0,-2 21 0,4 13 0,-3 19 0,1 6 0,-2 10 0,0-5 0,0 0 0,0-7 0,0-6 0,-2-6 0,-1-5 0,-1-6 0,-1-5 0,3-2 0,0-2 0,2 2 0,0 2 0,-2-2 0,2 6 0,-4 0 0,3 5 0,-1-5 0,2 1 0,0-8 0,-2-1 0,1-4 0,0 3 0,1-3 0,1 11 0,0 0 0,1 3 0,-2-2 0,0-12 0,2-7 0,-2-6 0,4-6 0,-3-8 0,0-4 0,-1-6 0,2 2 0,-1 0 0,1 0 0,-2-6 0,0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0:55.8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32 24575,'2'-2'0,"8"-2"0,25 1 0,54 1 0,-23 1 0,7 0 0,-8 1 0,6 0 0,0 0-292,5-1 0,2 1 0,0-1 292,4 0 0,1 0 0,-1 0 0,-5-1 0,-1 1 0,-1-1 0,26 1 0,-5-1 108,-15 0 0,-5 0-108,-8 2 0,-3 0 0,-9 0 0,-2 0 0,0 1 0,-1 1 0,-2-1 0,-1 0 0,48 1 660,-15-2-660,-6 0 0,-10 0 0,2 0 0,-2-2 0,-6 2 0,-13-2 0,-20 0 0,-11 2 0,-11-2 0,-2 2 0,-2 0 0,0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18:11:03.6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 2184 24575,'2'-3'0,"-1"-1"0,3-2 0,-2-5 0,4-9 0,-1-8 0,-1-9 0,-2-13 0,-2-14 0,-4-9 0,1-11 0,-5-2 0,5 1 0,-3-1 0,4-2 0,-1 3 0,1-6 0,0 10 0,2 5 0,-2 11 0,2 4 0,0 8 0,0-5 0,0 0 0,4-4 0,0 2 0,5 4 0,-2 6 0,-1 0 0,-2-2 0,1 5 0,1-5 0,-1 10 0,1 2 0,-2 6 0,0 3 0,1 5 0,-1-4 0,0 7 0,-1-1 0,0 3 0,-2 1 0,1 0 0,0 7 0,0 4 0,2 7 0,18 2 0,18-2 0,27-4 0,11-4 0,15-1 0,-4 2 0,0 0 0,1 7 0,-40-1 0,1 2 0,5 0 0,2 2 0,9-1 0,0 0 0,-12 0 0,-2 0 0,31 0 0,-42 0 0,-22 0 0,9 0 0,7 2 0,15-2 0,-16 2 0,-10-2 0,-23 2 0,0 0 0,-2 5 0,0 3 0,0 5 0,2 9 0,2 6 0,3 15 0,2 13 0,4 18 0,1 18 0,-7-44 0,0 1 0,1 4 0,1 1 0,-3-2 0,0-1 0,9 43 0,-2-11 0,-2-6 0,-2-11 0,-3 3 0,-2-10 0,1-2 0,-1-8 0,-2-6 0,0-5 0,-2-3 0,-2 2 0,2-1 0,-4 5 0,2 2 0,-3 6 0,1 0 0,-2 4 0,3-5 0,-3-1 0,3-5 0,-1-3 0,2-1 0,-2-1 0,3-2 0,-1-5 0,2-6 0,0-3 0,0 1 0,2-2 0,-1-4 0,1-6 0,-2-6 0,2-3 0,8 4 0,13 0 0,21 2 0,20 0 0,25-7 0,-35-4 0,4 0 0,9-1 0,3 0 0,7-3 0,1 0 0,3 1 0,-1 0 0,-1-1 0,-4 0 0,-14 1 0,-3 0 0,35-4 0,-33 0 0,-12 6 0,-9-1 0,-7 4 0,-3-2 0,-1 0 0,-3 0 0,2-2 0,0 1 0,8 1 0,0-2 0,-1 3 0,-10-1 0,1 2 0,5 0 0,9 2 0,3-1 0,-7 1 0,-12-2 0,-9 0 0,5-2 0,17 1 0,5-1 0,1-2 0,-16 2 0,-16-5 0,-7 1 0,2-1 0,0-4 0,1-6 0,0-13 0,3-14 0,2-15 0,3-10 0,2-6 0,-1 1 0,-2-4 0,0-6 0,-3-1 0,2-9 0,-2 2 0,0 3 0,-2-8 0,-2 2 0,3 2 0,-4 9 0,4 15 0,-7 5 0,0 2 0,4-6 0,-1 2 0,6-1 0,-5 9 0,-1 1 0,-3 13 0,-2-9 0,2 14 0,-2-10 0,2 9 0,-4 4 0,2 10 0,-1 13 0,6 7 0,15 10 0,15-1 0,17 1 0,9 0 0,-4-3 0,-9 1 0,-4-1 0,-1 2 0,9-1 0,11 0 0,8-2 0,-1 0 0,-12 0 0,-17-2 0,-13 2 0,-5-2 0,13 2 0,7 2 0,11-2 0,-10 2 0,-13-2 0,-13 0 0,-4 0 0,7 0 0,12 0 0,-5 0 0,-7 2 0,-16 0 0,-3 8 0,1 8 0,1 6 0,4 16 0,-1 6 0,4 13 0,0 3 0,-2 9 0,2-3 0,-3 6 0,3-5 0,-2 0 0,4-5 0,-4-2 0,-1-8 0,0 1 0,-1 2 0,4 1 0,-2 3 0,1-3 0,-1-6 0,-1 3 0,-1-5 0,-1 4 0,-1-5 0,-1 1 0,0-5 0,1 2 0,-1-2 0,-2 1 0,0-1 0,0-1 0,-1-2 0,4 4 0,-4-6 0,5 5 0,-4-8 0,1-1 0,1-6 0,-2 0 0,2-2 0,-1-2 0,1-2 0,-4-7 0,2-4 0,0-3 0,0-1 0,1 3 0,0-4 0,-2 2 0,3-7 0,2-2 0,26 3 0,21-3 0,39 3 0,-35-4 0,3 0 0,5 0 0,2 0 0,4 0 0,2 0 0,-1 2 0,1 0 0,-6 1 0,-1-1 0,-1 2 0,0 0 0,-6 0 0,0 0 0,-3-2 0,-1-1 0,0 2 0,-1-1 0,38-2 0,1 0 0,-10 0 0,-6 2 0,-9-2 0,-21 2 0,-9-2 0,-11 0 0,11 2 0,9 0 0,24 4 0,5-1 0,9 0 0,-9-4 0,-16-1 0,-21 0 0,-19 0 0,-11 0 0,-7-2 0,-2 2 0,-1-2 0,-1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A3A56-EDB2-4B73-A1CB-5609952E432E}" type="datetimeFigureOut">
              <a:rPr lang="ko-KR" altLang="en-US" smtClean="0"/>
              <a:t>2025. 12. 4.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DC4E7-C879-4C34-B87B-3BCA38CC4A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586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199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532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0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2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5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9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5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5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9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09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5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50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74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69A71A3-950D-4899-B79B-35F2758BD331}"/>
              </a:ext>
            </a:extLst>
          </p:cNvPr>
          <p:cNvGrpSpPr/>
          <p:nvPr userDrawn="1"/>
        </p:nvGrpSpPr>
        <p:grpSpPr>
          <a:xfrm>
            <a:off x="0" y="1207336"/>
            <a:ext cx="12192000" cy="4467863"/>
            <a:chOff x="0" y="1207336"/>
            <a:chExt cx="12192000" cy="4467863"/>
          </a:xfrm>
        </p:grpSpPr>
        <p:sp>
          <p:nvSpPr>
            <p:cNvPr id="33" name="Flowchart: Delay 24">
              <a:extLst>
                <a:ext uri="{FF2B5EF4-FFF2-40B4-BE49-F238E27FC236}">
                  <a16:creationId xmlns:a16="http://schemas.microsoft.com/office/drawing/2014/main" id="{928187B2-0394-40AE-9F9C-6682AC71596C}"/>
                </a:ext>
              </a:extLst>
            </p:cNvPr>
            <p:cNvSpPr/>
            <p:nvPr userDrawn="1"/>
          </p:nvSpPr>
          <p:spPr>
            <a:xfrm flipH="1">
              <a:off x="2613003" y="3441616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Flowchart: Delay 24">
              <a:extLst>
                <a:ext uri="{FF2B5EF4-FFF2-40B4-BE49-F238E27FC236}">
                  <a16:creationId xmlns:a16="http://schemas.microsoft.com/office/drawing/2014/main" id="{355D9AC9-E7B7-459E-925B-0047C675B750}"/>
                </a:ext>
              </a:extLst>
            </p:cNvPr>
            <p:cNvSpPr/>
            <p:nvPr userDrawn="1"/>
          </p:nvSpPr>
          <p:spPr>
            <a:xfrm>
              <a:off x="9491472" y="1379494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302FB5C-BDE1-4891-8E91-CB3F868629BB}"/>
                </a:ext>
              </a:extLst>
            </p:cNvPr>
            <p:cNvSpPr/>
            <p:nvPr userDrawn="1"/>
          </p:nvSpPr>
          <p:spPr>
            <a:xfrm>
              <a:off x="4416552" y="1207336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rgbClr val="BAC82F"/>
                </a:gs>
                <a:gs pos="100000">
                  <a:srgbClr val="0C6D8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9DE4F0-7E7E-4423-A407-CD6485ACBB4F}"/>
                </a:ext>
              </a:extLst>
            </p:cNvPr>
            <p:cNvSpPr/>
            <p:nvPr userDrawn="1"/>
          </p:nvSpPr>
          <p:spPr>
            <a:xfrm>
              <a:off x="0" y="1207336"/>
              <a:ext cx="4416552" cy="356616"/>
            </a:xfrm>
            <a:prstGeom prst="rect">
              <a:avLst/>
            </a:prstGeom>
            <a:gradFill flip="none" rotWithShape="1">
              <a:gsLst>
                <a:gs pos="0">
                  <a:srgbClr val="F2C020"/>
                </a:gs>
                <a:gs pos="100000">
                  <a:srgbClr val="BAC82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ED74833-8EE3-4FA9-B6D2-03710E410482}"/>
                </a:ext>
              </a:extLst>
            </p:cNvPr>
            <p:cNvSpPr/>
            <p:nvPr userDrawn="1"/>
          </p:nvSpPr>
          <p:spPr>
            <a:xfrm>
              <a:off x="4416552" y="3269385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005B59-B78D-469E-BAA4-E7B2A61E103D}"/>
                </a:ext>
              </a:extLst>
            </p:cNvPr>
            <p:cNvSpPr/>
            <p:nvPr userDrawn="1"/>
          </p:nvSpPr>
          <p:spPr>
            <a:xfrm>
              <a:off x="4414968" y="5318583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52000">
                  <a:schemeClr val="accent3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0BE4BEF-834D-4D0F-8E96-F1F8E6600C46}"/>
                </a:ext>
              </a:extLst>
            </p:cNvPr>
            <p:cNvSpPr/>
            <p:nvPr userDrawn="1"/>
          </p:nvSpPr>
          <p:spPr>
            <a:xfrm>
              <a:off x="9448800" y="5317275"/>
              <a:ext cx="2743200" cy="356616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4D6C00-E83E-4187-903F-A0A515BA9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38" y="2079876"/>
            <a:ext cx="3052087" cy="1475598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STYLE</a:t>
            </a:r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F0DE95-4ED7-482F-BB4E-C1238B352D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1963" y="3587769"/>
            <a:ext cx="1726129" cy="29159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1" i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20XX-20XX</a:t>
            </a:r>
            <a:endParaRPr lang="ru-RU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F135EA3-D982-467F-B90A-B791DFDDA8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3" y="3927199"/>
            <a:ext cx="1726129" cy="37857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3 Years Plan</a:t>
            </a:r>
            <a:endParaRPr lang="ru-RU" dirty="0"/>
          </a:p>
        </p:txBody>
      </p:sp>
      <p:sp>
        <p:nvSpPr>
          <p:cNvPr id="106" name="Picture Placeholder 104">
            <a:extLst>
              <a:ext uri="{FF2B5EF4-FFF2-40B4-BE49-F238E27FC236}">
                <a16:creationId xmlns:a16="http://schemas.microsoft.com/office/drawing/2014/main" id="{4580320F-7723-4672-AB19-22C87ECD53D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461963" y="5725379"/>
            <a:ext cx="950912" cy="685800"/>
          </a:xfrm>
          <a:ln w="3556">
            <a:solidFill>
              <a:srgbClr val="454D55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ko-KR" altLang="en-US"/>
              <a:t>그림을 추가하려면 아이콘을 클릭하십시오</a:t>
            </a:r>
            <a:endParaRPr lang="ru-RU"/>
          </a:p>
        </p:txBody>
      </p:sp>
      <p:sp>
        <p:nvSpPr>
          <p:cNvPr id="108" name="Text Placeholder 42">
            <a:extLst>
              <a:ext uri="{FF2B5EF4-FFF2-40B4-BE49-F238E27FC236}">
                <a16:creationId xmlns:a16="http://schemas.microsoft.com/office/drawing/2014/main" id="{F6CA33C8-1786-4D07-8C52-AE1469894B6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565129" y="863644"/>
            <a:ext cx="1044000" cy="1044000"/>
          </a:xfrm>
          <a:prstGeom prst="ellipse">
            <a:avLst/>
          </a:prstGeom>
          <a:solidFill>
            <a:srgbClr val="BAC82F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44" name="Text Placeholder 42">
            <a:extLst>
              <a:ext uri="{FF2B5EF4-FFF2-40B4-BE49-F238E27FC236}">
                <a16:creationId xmlns:a16="http://schemas.microsoft.com/office/drawing/2014/main" id="{62E3BBD0-72BD-45D7-BE15-8B93AFB862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14968" y="84398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rgbClr val="BAC82F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C695E72E-773D-407A-AFA4-EF90ADF9D1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78435" y="436306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BAC82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7463FB1C-AFEB-4EAE-B84D-A1613AF5BA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78434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12DFAD2F-3ED1-46BF-B662-2E96A42C48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59136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alpha val="60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22FB247-DB8F-4B67-B9EA-5741E1DDBEE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2681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81BF3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CE2C8800-C93B-4E93-9AE2-9CBFC1E6D76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2680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CC1B1148-CFC2-4FF7-8B7C-9502EB6500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03304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60559160-7568-4A5B-88B4-DBB3C42D5D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55391" y="43779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2CA05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ED30C6D-348A-4701-A27D-F10DFC175AC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55390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6" name="Text Placeholder 42">
            <a:extLst>
              <a:ext uri="{FF2B5EF4-FFF2-40B4-BE49-F238E27FC236}">
                <a16:creationId xmlns:a16="http://schemas.microsoft.com/office/drawing/2014/main" id="{DC934A70-FE40-4A89-9799-1A67234666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7472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AB11D018-DEEE-4BCE-B5F0-2B33DD39A6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06873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1B866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085539ED-B933-484F-8ECB-700829A52C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06872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3" name="Text Placeholder 42">
            <a:extLst>
              <a:ext uri="{FF2B5EF4-FFF2-40B4-BE49-F238E27FC236}">
                <a16:creationId xmlns:a16="http://schemas.microsoft.com/office/drawing/2014/main" id="{F3728A77-BAED-49CA-87A0-DFCB220B3A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05088" y="1917406"/>
            <a:ext cx="1044000" cy="1044000"/>
          </a:xfrm>
          <a:prstGeom prst="ellipse">
            <a:avLst/>
          </a:prstGeom>
          <a:solidFill>
            <a:schemeClr val="tx1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D7526F27-FC58-40E7-A76A-47A27D2325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47472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0D030018-A573-45D1-B6EF-210F3CF92D5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105170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0C6D8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1FC8372-90CA-42B7-A237-0BC81F2687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05169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8" name="Text Placeholder 42">
            <a:extLst>
              <a:ext uri="{FF2B5EF4-FFF2-40B4-BE49-F238E27FC236}">
                <a16:creationId xmlns:a16="http://schemas.microsoft.com/office/drawing/2014/main" id="{242D0BB2-4F17-4A8D-87A7-FADA2CAEC6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3304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7F7CC596-D7AD-4DCE-B864-BB1A6A7C8B1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55390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403474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28E66912-ACE9-4007-9A2B-050DC9408A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55389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9" name="Text Placeholder 42">
            <a:extLst>
              <a:ext uri="{FF2B5EF4-FFF2-40B4-BE49-F238E27FC236}">
                <a16:creationId xmlns:a16="http://schemas.microsoft.com/office/drawing/2014/main" id="{CC1EC2BE-5D73-4D49-B2F2-4DA2785D6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59136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1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441FE3C4-7737-4EB6-9280-FAD8852FB4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20978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571B6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70EF49EC-F8D8-463F-B786-F2C04C33AEE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20977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997AC0B1-99FC-455E-A896-3C370BB38C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4968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D66EAED5-741C-44D6-840F-C90C1AF74A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71198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6F0066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7887B0FE-2AB8-455F-8EC7-C8F31FEA27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071197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5" name="Text Placeholder 42">
            <a:extLst>
              <a:ext uri="{FF2B5EF4-FFF2-40B4-BE49-F238E27FC236}">
                <a16:creationId xmlns:a16="http://schemas.microsoft.com/office/drawing/2014/main" id="{6F1AC56E-6618-4728-A6EA-8B021EB6BCF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88092" y="3979528"/>
            <a:ext cx="1044000" cy="1044000"/>
          </a:xfrm>
          <a:prstGeom prst="ellipse">
            <a:avLst/>
          </a:prstGeom>
          <a:solidFill>
            <a:schemeClr val="tx2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60" name="Text Placeholder 42">
            <a:extLst>
              <a:ext uri="{FF2B5EF4-FFF2-40B4-BE49-F238E27FC236}">
                <a16:creationId xmlns:a16="http://schemas.microsoft.com/office/drawing/2014/main" id="{DB4C9C65-90B1-4A40-BB7B-DE799076D1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14968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6" name="Text Placeholder 7">
            <a:extLst>
              <a:ext uri="{FF2B5EF4-FFF2-40B4-BE49-F238E27FC236}">
                <a16:creationId xmlns:a16="http://schemas.microsoft.com/office/drawing/2014/main" id="{E9ED50CB-058A-4C6B-A8E2-0536EC0E40D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75657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04D14365-5F59-4F4F-B237-26A11A2DDD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075656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3" name="Text Placeholder 42">
            <a:extLst>
              <a:ext uri="{FF2B5EF4-FFF2-40B4-BE49-F238E27FC236}">
                <a16:creationId xmlns:a16="http://schemas.microsoft.com/office/drawing/2014/main" id="{CFA7DBCF-F797-4B29-8C96-7AC1602B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59136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3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100" name="Text Placeholder 7">
            <a:extLst>
              <a:ext uri="{FF2B5EF4-FFF2-40B4-BE49-F238E27FC236}">
                <a16:creationId xmlns:a16="http://schemas.microsoft.com/office/drawing/2014/main" id="{07524528-CBB1-40C1-A6F2-855A4D9947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423464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1" name="Text Placeholder 7">
            <a:extLst>
              <a:ext uri="{FF2B5EF4-FFF2-40B4-BE49-F238E27FC236}">
                <a16:creationId xmlns:a16="http://schemas.microsoft.com/office/drawing/2014/main" id="{41F799BD-659E-472B-98A7-7C06C2F7458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23463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2" name="Text Placeholder 42">
            <a:extLst>
              <a:ext uri="{FF2B5EF4-FFF2-40B4-BE49-F238E27FC236}">
                <a16:creationId xmlns:a16="http://schemas.microsoft.com/office/drawing/2014/main" id="{113ADCA9-C0A6-4FAB-A09E-4DECBD41D7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3304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4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8" name="Text Placeholder 7">
            <a:extLst>
              <a:ext uri="{FF2B5EF4-FFF2-40B4-BE49-F238E27FC236}">
                <a16:creationId xmlns:a16="http://schemas.microsoft.com/office/drawing/2014/main" id="{3EC66011-3B65-49CC-8886-E2CCFBFFAB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759849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E8611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3B2B5959-E5CC-42A7-B797-463098BE629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59848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1" name="Text Placeholder 42">
            <a:extLst>
              <a:ext uri="{FF2B5EF4-FFF2-40B4-BE49-F238E27FC236}">
                <a16:creationId xmlns:a16="http://schemas.microsoft.com/office/drawing/2014/main" id="{91E8A179-36A3-4D0A-96E7-689F93F9B8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7472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5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102" name="Text Placeholder 7">
            <a:extLst>
              <a:ext uri="{FF2B5EF4-FFF2-40B4-BE49-F238E27FC236}">
                <a16:creationId xmlns:a16="http://schemas.microsoft.com/office/drawing/2014/main" id="{9FDC66A0-D1C5-4C83-BBEE-D079881FADA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07656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3" name="Text Placeholder 7">
            <a:extLst>
              <a:ext uri="{FF2B5EF4-FFF2-40B4-BE49-F238E27FC236}">
                <a16:creationId xmlns:a16="http://schemas.microsoft.com/office/drawing/2014/main" id="{E4E5E736-BFFC-4245-916F-5861101288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07655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110" name="Text Placeholder 42">
            <a:extLst>
              <a:ext uri="{FF2B5EF4-FFF2-40B4-BE49-F238E27FC236}">
                <a16:creationId xmlns:a16="http://schemas.microsoft.com/office/drawing/2014/main" id="{74922A2C-30D3-4ED0-8443-C57494EB428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293432" y="4973439"/>
            <a:ext cx="1044000" cy="1044000"/>
          </a:xfrm>
          <a:prstGeom prst="ellipse">
            <a:avLst/>
          </a:prstGeom>
          <a:solidFill>
            <a:schemeClr val="accent5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3E081-530B-464A-B47C-C858A60E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373A1-F9A6-4E7C-A04F-22454F3A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5888" y="550858"/>
            <a:ext cx="2743200" cy="176716"/>
          </a:xfrm>
          <a:prstGeom prst="rect">
            <a:avLst/>
          </a:prstGeom>
        </p:spPr>
        <p:txBody>
          <a:bodyPr/>
          <a:lstStyle/>
          <a:p>
            <a:fld id="{F0BF70C0-85C8-4782-A2DC-740B0F58DBF8}" type="datetime1">
              <a:rPr lang="ru-RU" smtClean="0"/>
              <a:t>04.12.2025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BF57F-FEA7-4D09-AA29-F32AA557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428B-5ACF-4E79-A091-05E2328DA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181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12/4/25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19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03" r:id="rId6"/>
    <p:sldLayoutId id="2147483899" r:id="rId7"/>
    <p:sldLayoutId id="2147483900" r:id="rId8"/>
    <p:sldLayoutId id="2147483901" r:id="rId9"/>
    <p:sldLayoutId id="2147483902" r:id="rId10"/>
    <p:sldLayoutId id="2147483904" r:id="rId11"/>
    <p:sldLayoutId id="2147483918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6.png"/><Relationship Id="rId21" Type="http://schemas.openxmlformats.org/officeDocument/2006/relationships/customXml" Target="../ink/ink10.xml"/><Relationship Id="rId42" Type="http://schemas.openxmlformats.org/officeDocument/2006/relationships/customXml" Target="../ink/ink22.xml"/><Relationship Id="rId47" Type="http://schemas.openxmlformats.org/officeDocument/2006/relationships/image" Target="../media/image25.png"/><Relationship Id="rId63" Type="http://schemas.openxmlformats.org/officeDocument/2006/relationships/image" Target="../media/image33.png"/><Relationship Id="rId68" Type="http://schemas.openxmlformats.org/officeDocument/2006/relationships/customXml" Target="../ink/ink36.xml"/><Relationship Id="rId84" Type="http://schemas.openxmlformats.org/officeDocument/2006/relationships/image" Target="../media/image42.png"/><Relationship Id="rId89" Type="http://schemas.openxmlformats.org/officeDocument/2006/relationships/customXml" Target="../ink/ink47.xml"/><Relationship Id="rId16" Type="http://schemas.openxmlformats.org/officeDocument/2006/relationships/image" Target="../media/image11.png"/><Relationship Id="rId11" Type="http://schemas.openxmlformats.org/officeDocument/2006/relationships/customXml" Target="../ink/ink5.xml"/><Relationship Id="rId32" Type="http://schemas.openxmlformats.org/officeDocument/2006/relationships/customXml" Target="../ink/ink16.xml"/><Relationship Id="rId37" Type="http://schemas.openxmlformats.org/officeDocument/2006/relationships/customXml" Target="../ink/ink19.xml"/><Relationship Id="rId53" Type="http://schemas.openxmlformats.org/officeDocument/2006/relationships/image" Target="../media/image28.png"/><Relationship Id="rId58" Type="http://schemas.openxmlformats.org/officeDocument/2006/relationships/customXml" Target="../ink/ink30.xml"/><Relationship Id="rId74" Type="http://schemas.openxmlformats.org/officeDocument/2006/relationships/image" Target="../media/image37.png"/><Relationship Id="rId79" Type="http://schemas.openxmlformats.org/officeDocument/2006/relationships/customXml" Target="../ink/ink42.xml"/><Relationship Id="rId5" Type="http://schemas.openxmlformats.org/officeDocument/2006/relationships/customXml" Target="../ink/ink2.xml"/><Relationship Id="rId90" Type="http://schemas.openxmlformats.org/officeDocument/2006/relationships/customXml" Target="../ink/ink48.xml"/><Relationship Id="rId95" Type="http://schemas.openxmlformats.org/officeDocument/2006/relationships/customXml" Target="../ink/ink51.xml"/><Relationship Id="rId22" Type="http://schemas.openxmlformats.org/officeDocument/2006/relationships/image" Target="../media/image14.png"/><Relationship Id="rId27" Type="http://schemas.openxmlformats.org/officeDocument/2006/relationships/customXml" Target="../ink/ink13.xml"/><Relationship Id="rId43" Type="http://schemas.openxmlformats.org/officeDocument/2006/relationships/image" Target="../media/image23.png"/><Relationship Id="rId48" Type="http://schemas.openxmlformats.org/officeDocument/2006/relationships/customXml" Target="../ink/ink25.xml"/><Relationship Id="rId64" Type="http://schemas.openxmlformats.org/officeDocument/2006/relationships/customXml" Target="../ink/ink33.xml"/><Relationship Id="rId69" Type="http://schemas.openxmlformats.org/officeDocument/2006/relationships/image" Target="../media/image35.png"/><Relationship Id="rId80" Type="http://schemas.openxmlformats.org/officeDocument/2006/relationships/image" Target="../media/image40.png"/><Relationship Id="rId85" Type="http://schemas.openxmlformats.org/officeDocument/2006/relationships/customXml" Target="../ink/ink45.xml"/><Relationship Id="rId3" Type="http://schemas.openxmlformats.org/officeDocument/2006/relationships/customXml" Target="../ink/ink1.xml"/><Relationship Id="rId12" Type="http://schemas.openxmlformats.org/officeDocument/2006/relationships/image" Target="../media/image9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image" Target="../media/image19.png"/><Relationship Id="rId38" Type="http://schemas.openxmlformats.org/officeDocument/2006/relationships/customXml" Target="../ink/ink20.xml"/><Relationship Id="rId46" Type="http://schemas.openxmlformats.org/officeDocument/2006/relationships/customXml" Target="../ink/ink24.xml"/><Relationship Id="rId59" Type="http://schemas.openxmlformats.org/officeDocument/2006/relationships/image" Target="../media/image31.png"/><Relationship Id="rId67" Type="http://schemas.openxmlformats.org/officeDocument/2006/relationships/image" Target="../media/image34.png"/><Relationship Id="rId20" Type="http://schemas.openxmlformats.org/officeDocument/2006/relationships/image" Target="../media/image13.png"/><Relationship Id="rId41" Type="http://schemas.openxmlformats.org/officeDocument/2006/relationships/image" Target="../media/image22.png"/><Relationship Id="rId54" Type="http://schemas.openxmlformats.org/officeDocument/2006/relationships/customXml" Target="../ink/ink28.xml"/><Relationship Id="rId62" Type="http://schemas.openxmlformats.org/officeDocument/2006/relationships/customXml" Target="../ink/ink32.xml"/><Relationship Id="rId70" Type="http://schemas.openxmlformats.org/officeDocument/2006/relationships/customXml" Target="../ink/ink37.xml"/><Relationship Id="rId75" Type="http://schemas.openxmlformats.org/officeDocument/2006/relationships/customXml" Target="../ink/ink40.xml"/><Relationship Id="rId83" Type="http://schemas.openxmlformats.org/officeDocument/2006/relationships/customXml" Target="../ink/ink44.xml"/><Relationship Id="rId88" Type="http://schemas.openxmlformats.org/officeDocument/2006/relationships/image" Target="../media/image44.png"/><Relationship Id="rId91" Type="http://schemas.openxmlformats.org/officeDocument/2006/relationships/customXml" Target="../ink/ink49.xml"/><Relationship Id="rId96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7.png"/><Relationship Id="rId36" Type="http://schemas.openxmlformats.org/officeDocument/2006/relationships/image" Target="../media/image20.png"/><Relationship Id="rId49" Type="http://schemas.openxmlformats.org/officeDocument/2006/relationships/image" Target="../media/image26.png"/><Relationship Id="rId57" Type="http://schemas.openxmlformats.org/officeDocument/2006/relationships/image" Target="../media/image30.png"/><Relationship Id="rId10" Type="http://schemas.openxmlformats.org/officeDocument/2006/relationships/image" Target="../media/image8.png"/><Relationship Id="rId31" Type="http://schemas.openxmlformats.org/officeDocument/2006/relationships/image" Target="../media/image18.png"/><Relationship Id="rId44" Type="http://schemas.openxmlformats.org/officeDocument/2006/relationships/customXml" Target="../ink/ink23.xml"/><Relationship Id="rId52" Type="http://schemas.openxmlformats.org/officeDocument/2006/relationships/customXml" Target="../ink/ink27.xml"/><Relationship Id="rId60" Type="http://schemas.openxmlformats.org/officeDocument/2006/relationships/customXml" Target="../ink/ink31.xml"/><Relationship Id="rId65" Type="http://schemas.openxmlformats.org/officeDocument/2006/relationships/customXml" Target="../ink/ink34.xml"/><Relationship Id="rId73" Type="http://schemas.openxmlformats.org/officeDocument/2006/relationships/customXml" Target="../ink/ink39.xml"/><Relationship Id="rId78" Type="http://schemas.openxmlformats.org/officeDocument/2006/relationships/image" Target="../media/image39.png"/><Relationship Id="rId81" Type="http://schemas.openxmlformats.org/officeDocument/2006/relationships/customXml" Target="../ink/ink43.xml"/><Relationship Id="rId86" Type="http://schemas.openxmlformats.org/officeDocument/2006/relationships/image" Target="../media/image43.png"/><Relationship Id="rId94" Type="http://schemas.openxmlformats.org/officeDocument/2006/relationships/image" Target="../media/image46.png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2.png"/><Relationship Id="rId39" Type="http://schemas.openxmlformats.org/officeDocument/2006/relationships/image" Target="../media/image21.png"/><Relationship Id="rId34" Type="http://schemas.openxmlformats.org/officeDocument/2006/relationships/customXml" Target="../ink/ink17.xml"/><Relationship Id="rId50" Type="http://schemas.openxmlformats.org/officeDocument/2006/relationships/customXml" Target="../ink/ink26.xml"/><Relationship Id="rId55" Type="http://schemas.openxmlformats.org/officeDocument/2006/relationships/image" Target="../media/image29.png"/><Relationship Id="rId76" Type="http://schemas.openxmlformats.org/officeDocument/2006/relationships/image" Target="../media/image38.png"/><Relationship Id="rId97" Type="http://schemas.openxmlformats.org/officeDocument/2006/relationships/customXml" Target="../ink/ink52.xml"/><Relationship Id="rId7" Type="http://schemas.openxmlformats.org/officeDocument/2006/relationships/customXml" Target="../ink/ink3.xml"/><Relationship Id="rId71" Type="http://schemas.openxmlformats.org/officeDocument/2006/relationships/customXml" Target="../ink/ink38.xml"/><Relationship Id="rId92" Type="http://schemas.openxmlformats.org/officeDocument/2006/relationships/image" Target="../media/image45.png"/><Relationship Id="rId2" Type="http://schemas.openxmlformats.org/officeDocument/2006/relationships/image" Target="../media/image4.png"/><Relationship Id="rId29" Type="http://schemas.openxmlformats.org/officeDocument/2006/relationships/customXml" Target="../ink/ink14.xml"/><Relationship Id="rId24" Type="http://schemas.openxmlformats.org/officeDocument/2006/relationships/image" Target="../media/image15.png"/><Relationship Id="rId40" Type="http://schemas.openxmlformats.org/officeDocument/2006/relationships/customXml" Target="../ink/ink21.xml"/><Relationship Id="rId45" Type="http://schemas.openxmlformats.org/officeDocument/2006/relationships/image" Target="../media/image24.png"/><Relationship Id="rId66" Type="http://schemas.openxmlformats.org/officeDocument/2006/relationships/customXml" Target="../ink/ink35.xml"/><Relationship Id="rId87" Type="http://schemas.openxmlformats.org/officeDocument/2006/relationships/customXml" Target="../ink/ink46.xml"/><Relationship Id="rId61" Type="http://schemas.openxmlformats.org/officeDocument/2006/relationships/image" Target="../media/image32.png"/><Relationship Id="rId82" Type="http://schemas.openxmlformats.org/officeDocument/2006/relationships/image" Target="../media/image41.png"/><Relationship Id="rId19" Type="http://schemas.openxmlformats.org/officeDocument/2006/relationships/customXml" Target="../ink/ink9.xml"/><Relationship Id="rId14" Type="http://schemas.openxmlformats.org/officeDocument/2006/relationships/image" Target="../media/image10.png"/><Relationship Id="rId30" Type="http://schemas.openxmlformats.org/officeDocument/2006/relationships/customXml" Target="../ink/ink15.xml"/><Relationship Id="rId35" Type="http://schemas.openxmlformats.org/officeDocument/2006/relationships/customXml" Target="../ink/ink18.xml"/><Relationship Id="rId56" Type="http://schemas.openxmlformats.org/officeDocument/2006/relationships/customXml" Target="../ink/ink29.xml"/><Relationship Id="rId77" Type="http://schemas.openxmlformats.org/officeDocument/2006/relationships/customXml" Target="../ink/ink41.xml"/><Relationship Id="rId8" Type="http://schemas.openxmlformats.org/officeDocument/2006/relationships/image" Target="../media/image7.png"/><Relationship Id="rId51" Type="http://schemas.openxmlformats.org/officeDocument/2006/relationships/image" Target="../media/image27.png"/><Relationship Id="rId72" Type="http://schemas.openxmlformats.org/officeDocument/2006/relationships/image" Target="../media/image36.png"/><Relationship Id="rId93" Type="http://schemas.openxmlformats.org/officeDocument/2006/relationships/customXml" Target="../ink/ink50.xml"/><Relationship Id="rId98" Type="http://schemas.openxmlformats.org/officeDocument/2006/relationships/image" Target="../media/image4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EB309-3929-FF0E-BDEF-07DD47014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1439" y="1673361"/>
            <a:ext cx="5230446" cy="1227221"/>
          </a:xfrm>
        </p:spPr>
        <p:txBody>
          <a:bodyPr anchor="ctr">
            <a:normAutofit fontScale="90000"/>
          </a:bodyPr>
          <a:lstStyle/>
          <a:p>
            <a:r>
              <a:rPr lang="en-US" altLang="ko-KR" dirty="0"/>
              <a:t>ARM Processor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1026" name="Picture 2" descr="Cortex-M4">
            <a:extLst>
              <a:ext uri="{FF2B5EF4-FFF2-40B4-BE49-F238E27FC236}">
                <a16:creationId xmlns:a16="http://schemas.microsoft.com/office/drawing/2014/main" id="{1F1D1580-B74F-5C60-C967-772F8BEE37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" r="10734" b="-4"/>
          <a:stretch/>
        </p:blipFill>
        <p:spPr bwMode="auto">
          <a:xfrm>
            <a:off x="6095998" y="0"/>
            <a:ext cx="609600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5D9FB2-EF99-4CCA-9CDB-EB444E8BDB51}"/>
              </a:ext>
            </a:extLst>
          </p:cNvPr>
          <p:cNvSpPr txBox="1"/>
          <p:nvPr/>
        </p:nvSpPr>
        <p:spPr>
          <a:xfrm>
            <a:off x="1048811" y="6398251"/>
            <a:ext cx="500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/>
              <a:t>Robotics </a:t>
            </a:r>
            <a:r>
              <a:rPr lang="ko-KR" altLang="en-US" b="1" dirty="0"/>
              <a:t>정명훈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983F3-D723-6F86-C98E-DCC005282A53}"/>
              </a:ext>
            </a:extLst>
          </p:cNvPr>
          <p:cNvSpPr txBox="1"/>
          <p:nvPr/>
        </p:nvSpPr>
        <p:spPr>
          <a:xfrm>
            <a:off x="3850105" y="2346585"/>
            <a:ext cx="2709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세미나 </a:t>
            </a:r>
            <a:r>
              <a:rPr lang="en-US" altLang="ko-KR" dirty="0">
                <a:solidFill>
                  <a:schemeClr val="bg1"/>
                </a:solidFill>
              </a:rPr>
              <a:t>6</a:t>
            </a:r>
            <a:r>
              <a:rPr lang="ko-KR" altLang="en-US" dirty="0">
                <a:solidFill>
                  <a:schemeClr val="bg1"/>
                </a:solidFill>
              </a:rPr>
              <a:t>주차</a:t>
            </a:r>
          </a:p>
        </p:txBody>
      </p:sp>
    </p:spTree>
    <p:extLst>
      <p:ext uri="{BB962C8B-B14F-4D97-AF65-F5344CB8AC3E}">
        <p14:creationId xmlns:p14="http://schemas.microsoft.com/office/powerpoint/2010/main" val="267008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B58BC-5E49-B0EE-2D2E-32BCB8978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238A7-025F-2450-4B46-D3799CE7B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ko-KR" altLang="en-US" dirty="0" err="1">
                <a:solidFill>
                  <a:srgbClr val="FFFFFF"/>
                </a:solidFill>
              </a:rPr>
              <a:t>응용편</a:t>
            </a:r>
            <a:br>
              <a:rPr lang="en-US" altLang="ko-KR" dirty="0">
                <a:latin typeface="+mn-lt"/>
              </a:rPr>
            </a:br>
            <a:r>
              <a:rPr lang="ko-KR" altLang="en-US" sz="2800" dirty="0">
                <a:latin typeface="+mn-lt"/>
              </a:rPr>
              <a:t>하나의 타이머 인터럽트를 통해 여러 주기 인터럽트 만들기</a:t>
            </a:r>
            <a:endParaRPr lang="ko-KR" alt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76E15-118C-C563-117A-06CAD41E7FCC}"/>
              </a:ext>
            </a:extLst>
          </p:cNvPr>
          <p:cNvSpPr txBox="1"/>
          <p:nvPr/>
        </p:nvSpPr>
        <p:spPr>
          <a:xfrm>
            <a:off x="484552" y="3235700"/>
            <a:ext cx="108692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Soft Timer </a:t>
            </a:r>
            <a:r>
              <a:rPr lang="ko-KR" altLang="en-US" dirty="0"/>
              <a:t>기법을 사용하여 하나의 타이머</a:t>
            </a:r>
            <a:r>
              <a:rPr lang="en-US" altLang="ko-KR" dirty="0"/>
              <a:t>(TIM6)</a:t>
            </a:r>
            <a:r>
              <a:rPr lang="ko-KR" altLang="en-US" dirty="0" err="1"/>
              <a:t>를</a:t>
            </a:r>
            <a:r>
              <a:rPr lang="ko-KR" altLang="en-US" dirty="0"/>
              <a:t> 사용하여 아래 주기들의 인터럽트 구현하기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10ms</a:t>
            </a:r>
          </a:p>
          <a:p>
            <a:pPr marL="342900" indent="-342900">
              <a:buAutoNum type="arabicPeriod"/>
            </a:pPr>
            <a:r>
              <a:rPr lang="en-US" altLang="ko-KR" dirty="0"/>
              <a:t>500ms</a:t>
            </a:r>
          </a:p>
          <a:p>
            <a:pPr marL="342900" indent="-342900">
              <a:buAutoNum type="arabicPeriod"/>
            </a:pPr>
            <a:r>
              <a:rPr lang="en-US" altLang="ko-KR" dirty="0"/>
              <a:t>1000ms</a:t>
            </a:r>
          </a:p>
        </p:txBody>
      </p:sp>
    </p:spTree>
    <p:extLst>
      <p:ext uri="{BB962C8B-B14F-4D97-AF65-F5344CB8AC3E}">
        <p14:creationId xmlns:p14="http://schemas.microsoft.com/office/powerpoint/2010/main" val="3399280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3D503-A7CC-C41D-D364-85FBA36B8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83044-1A5F-5834-F3D1-CE3DCDD1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ko-KR" altLang="en-US" dirty="0" err="1">
                <a:solidFill>
                  <a:srgbClr val="FFFFFF"/>
                </a:solidFill>
              </a:rPr>
              <a:t>응용편</a:t>
            </a:r>
            <a:br>
              <a:rPr lang="en-US" altLang="ko-KR" dirty="0">
                <a:latin typeface="+mn-lt"/>
              </a:rPr>
            </a:br>
            <a:r>
              <a:rPr lang="ko-KR" altLang="en-US" sz="2800" dirty="0">
                <a:latin typeface="+mn-lt"/>
              </a:rPr>
              <a:t>딜레이 없이 버튼 </a:t>
            </a:r>
            <a:r>
              <a:rPr lang="ko-KR" altLang="en-US" sz="2800" dirty="0" err="1">
                <a:latin typeface="+mn-lt"/>
              </a:rPr>
              <a:t>채터링</a:t>
            </a:r>
            <a:r>
              <a:rPr lang="ko-KR" altLang="en-US" sz="2800" dirty="0">
                <a:latin typeface="+mn-lt"/>
              </a:rPr>
              <a:t> 처리하기</a:t>
            </a:r>
            <a:endParaRPr lang="ko-KR" alt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C40A92-3D44-412F-0FBB-6DC8732978F4}"/>
              </a:ext>
            </a:extLst>
          </p:cNvPr>
          <p:cNvSpPr txBox="1"/>
          <p:nvPr/>
        </p:nvSpPr>
        <p:spPr>
          <a:xfrm>
            <a:off x="124332" y="3293250"/>
            <a:ext cx="120676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TIM6</a:t>
            </a:r>
            <a:r>
              <a:rPr lang="ko-KR" altLang="en-US" dirty="0" err="1"/>
              <a:t>를</a:t>
            </a:r>
            <a:r>
              <a:rPr lang="ko-KR" altLang="en-US" dirty="0"/>
              <a:t> 사용하여 </a:t>
            </a:r>
            <a:r>
              <a:rPr lang="en-US" altLang="ko-KR" dirty="0"/>
              <a:t>10ms</a:t>
            </a:r>
            <a:r>
              <a:rPr lang="ko-KR" altLang="en-US" dirty="0"/>
              <a:t> 마다 버튼 상태를 확인하여 버튼이 눌린 상태가 </a:t>
            </a:r>
            <a:r>
              <a:rPr lang="en-US" altLang="ko-KR" dirty="0"/>
              <a:t>n</a:t>
            </a:r>
            <a:r>
              <a:rPr lang="ko-KR" altLang="en-US" dirty="0"/>
              <a:t>번 연속 감지되었을 때만 버튼 눌림 처리하기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20676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CB4C-B5E1-4756-815D-BC6EC8E7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92" y="189332"/>
            <a:ext cx="11534862" cy="686113"/>
          </a:xfrm>
        </p:spPr>
        <p:txBody>
          <a:bodyPr>
            <a:noAutofit/>
          </a:bodyPr>
          <a:lstStyle/>
          <a:p>
            <a:r>
              <a:rPr lang="en-US" altLang="ko-KR" sz="4400" dirty="0"/>
              <a:t>ARM Processor Seminar Roadmap</a:t>
            </a:r>
            <a:endParaRPr lang="ru-RU" sz="4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306A44-50E7-4C10-ABF1-71CE55A094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8041" y="2905510"/>
            <a:ext cx="1044000" cy="1044000"/>
          </a:xfrm>
        </p:spPr>
        <p:txBody>
          <a:bodyPr/>
          <a:lstStyle/>
          <a:p>
            <a:r>
              <a:rPr lang="en-US" dirty="0"/>
              <a:t>1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5D376EC-609C-46F1-A4A6-22B3BCBA977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036976" y="4067055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ARM </a:t>
            </a:r>
            <a:r>
              <a:rPr lang="ko-KR" altLang="en-US" dirty="0"/>
              <a:t>프로세서 개요</a:t>
            </a:r>
            <a:endParaRPr lang="ru-RU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BD9AA2-DFE1-412D-BB95-7989BA1E603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9113" y="2930232"/>
            <a:ext cx="1044000" cy="1044000"/>
          </a:xfrm>
        </p:spPr>
        <p:txBody>
          <a:bodyPr/>
          <a:lstStyle/>
          <a:p>
            <a:r>
              <a:rPr lang="en-US" b="1" dirty="0"/>
              <a:t>2</a:t>
            </a:r>
            <a:r>
              <a:rPr lang="ko-KR" altLang="en-US" b="1" dirty="0"/>
              <a:t>주</a:t>
            </a:r>
            <a:endParaRPr lang="ru-RU" b="1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B5D9C5D-1FCA-4D88-ADCB-481D203B846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147106" y="2531331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dirty="0"/>
              <a:t>*</a:t>
            </a:r>
            <a:r>
              <a:rPr lang="en-US" dirty="0"/>
              <a:t>UART </a:t>
            </a:r>
            <a:r>
              <a:rPr lang="ko-KR" altLang="en-US" dirty="0"/>
              <a:t>통신</a:t>
            </a:r>
            <a:endParaRPr lang="ru-R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DDFF132-912B-4B2B-B3E5-D1AB199B58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32758" y="2924536"/>
            <a:ext cx="1044000" cy="1044000"/>
          </a:xfrm>
        </p:spPr>
        <p:txBody>
          <a:bodyPr/>
          <a:lstStyle/>
          <a:p>
            <a:r>
              <a:rPr lang="en-US" dirty="0"/>
              <a:t>3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7AEBAB8-BDEB-4E4A-B443-829D3C340CA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191693" y="4067055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 dirty="0"/>
              <a:t>CLCD </a:t>
            </a:r>
            <a:r>
              <a:rPr lang="ko-KR" altLang="en-US" dirty="0"/>
              <a:t>출력</a:t>
            </a:r>
            <a:endParaRPr lang="en-US" altLang="ko-K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950DBC3-6438-47ED-BA7E-BBD7E08290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08888" y="2902597"/>
            <a:ext cx="1044000" cy="1044000"/>
          </a:xfrm>
        </p:spPr>
        <p:txBody>
          <a:bodyPr/>
          <a:lstStyle/>
          <a:p>
            <a:r>
              <a:rPr lang="en-US" dirty="0"/>
              <a:t>4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1435C51-CB8E-41E5-8C00-34ADCC273A3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367823" y="252824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ADC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DAC</a:t>
            </a:r>
            <a:endParaRPr lang="ru-RU" altLang="ko-KR" dirty="0"/>
          </a:p>
        </p:txBody>
      </p: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7C0ECD94-A4CB-4FB7-A7F7-AA32C0ED85D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5</a:t>
            </a:r>
            <a:r>
              <a:rPr lang="ko-KR" altLang="en-US" dirty="0"/>
              <a:t>주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0624EF-8210-444B-9BC7-2C144038C2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08888" y="4965034"/>
            <a:ext cx="1044000" cy="1044000"/>
          </a:xfrm>
        </p:spPr>
        <p:txBody>
          <a:bodyPr/>
          <a:lstStyle/>
          <a:p>
            <a:r>
              <a:rPr lang="en-US" altLang="ko-KR" dirty="0"/>
              <a:t>6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F4A9D67-1B01-4CF8-AC0D-C7E518691F6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367823" y="455650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b="1" dirty="0"/>
              <a:t>PWM</a:t>
            </a:r>
            <a:endParaRPr lang="ru-RU" altLang="ko-KR" b="1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073D15E-3E59-4781-BA50-8D741A373A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574000" y="4975694"/>
            <a:ext cx="1044000" cy="1044000"/>
          </a:xfrm>
        </p:spPr>
        <p:txBody>
          <a:bodyPr/>
          <a:lstStyle/>
          <a:p>
            <a:r>
              <a:rPr lang="en-US" dirty="0"/>
              <a:t>7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183E534-6B6A-4814-BF59-57A6E38C5B0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232935" y="6121335"/>
            <a:ext cx="1726129" cy="659592"/>
          </a:xfrm>
        </p:spPr>
        <p:txBody>
          <a:bodyPr>
            <a:normAutofit/>
          </a:bodyPr>
          <a:lstStyle/>
          <a:p>
            <a:r>
              <a:rPr lang="en-US" altLang="ko-KR" dirty="0"/>
              <a:t>I2C</a:t>
            </a:r>
            <a:endParaRPr lang="ru-RU" altLang="ko-KR" dirty="0"/>
          </a:p>
          <a:p>
            <a:endParaRPr lang="ru-R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ACEF7EF-E8CB-4008-A749-3586789460E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88170" y="4965034"/>
            <a:ext cx="1044000" cy="1044000"/>
          </a:xfrm>
        </p:spPr>
        <p:txBody>
          <a:bodyPr/>
          <a:lstStyle/>
          <a:p>
            <a:r>
              <a:rPr lang="en-US" dirty="0"/>
              <a:t>8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6FA5D30-6CB0-4EEA-AB74-670C4C1A6E0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098050" y="465612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>
                <a:solidFill>
                  <a:schemeClr val="accent1"/>
                </a:solidFill>
              </a:rPr>
              <a:t>SPI</a:t>
            </a:r>
            <a:endParaRPr lang="ru-RU" altLang="ko-KR" dirty="0">
              <a:solidFill>
                <a:schemeClr val="accent1"/>
              </a:solidFill>
            </a:endParaRPr>
          </a:p>
          <a:p>
            <a:endParaRPr lang="ru-RU" altLang="ko-KR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A15ADFC7-484C-4FB9-A3C1-CDAA545F73F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8040" y="4970360"/>
            <a:ext cx="1044000" cy="1044000"/>
          </a:xfrm>
        </p:spPr>
        <p:txBody>
          <a:bodyPr/>
          <a:lstStyle/>
          <a:p>
            <a:r>
              <a:rPr lang="en-US" dirty="0"/>
              <a:t>9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22CF05B5-E92D-4FD2-A21C-956D8E8321A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9036976" y="6121335"/>
            <a:ext cx="1726129" cy="659592"/>
          </a:xfrm>
        </p:spPr>
        <p:txBody>
          <a:bodyPr>
            <a:normAutofit/>
          </a:bodyPr>
          <a:lstStyle/>
          <a:p>
            <a:r>
              <a:rPr lang="en-US" altLang="ko-KR" dirty="0"/>
              <a:t>SDIO &amp; </a:t>
            </a:r>
            <a:r>
              <a:rPr lang="en-US" altLang="ko-KR" dirty="0" err="1"/>
              <a:t>Fatfs</a:t>
            </a:r>
            <a:endParaRPr lang="ru-RU" altLang="ko-KR" dirty="0"/>
          </a:p>
        </p:txBody>
      </p:sp>
      <p:sp>
        <p:nvSpPr>
          <p:cNvPr id="97" name="Text Placeholder 32">
            <a:extLst>
              <a:ext uri="{FF2B5EF4-FFF2-40B4-BE49-F238E27FC236}">
                <a16:creationId xmlns:a16="http://schemas.microsoft.com/office/drawing/2014/main" id="{258CED2E-C5E4-5EE0-63E5-C9113E4295E9}"/>
              </a:ext>
            </a:extLst>
          </p:cNvPr>
          <p:cNvSpPr txBox="1">
            <a:spLocks/>
          </p:cNvSpPr>
          <p:nvPr/>
        </p:nvSpPr>
        <p:spPr>
          <a:xfrm>
            <a:off x="1456489" y="4399390"/>
            <a:ext cx="595872" cy="204276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571B6D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*</a:t>
            </a:r>
            <a:r>
              <a:rPr lang="en-US" altLang="ko-KR" dirty="0"/>
              <a:t>Timer</a:t>
            </a:r>
            <a:endParaRPr lang="ru-RU" altLang="ko-KR" dirty="0"/>
          </a:p>
          <a:p>
            <a:endParaRPr lang="en-US" altLang="ko-KR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EFF00B-D1F5-341B-BF95-B94155C8B634}"/>
              </a:ext>
            </a:extLst>
          </p:cNvPr>
          <p:cNvSpPr txBox="1"/>
          <p:nvPr/>
        </p:nvSpPr>
        <p:spPr>
          <a:xfrm>
            <a:off x="8669225" y="6530168"/>
            <a:ext cx="31005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*</a:t>
            </a:r>
            <a:r>
              <a:rPr lang="ko-KR" altLang="en-US" sz="1200" dirty="0"/>
              <a:t>  실무에 특화된 응용문제가 존재하는 </a:t>
            </a:r>
            <a:r>
              <a:rPr lang="ko-KR" altLang="en-US" sz="1200" dirty="0" err="1"/>
              <a:t>회차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7717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90382F9-D3CD-5B6F-4046-CC1139C6B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486" y="124659"/>
            <a:ext cx="5899830" cy="6608682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BB31C44-31E4-68F2-5A5B-2780DCE514E0}"/>
              </a:ext>
            </a:extLst>
          </p:cNvPr>
          <p:cNvSpPr/>
          <p:nvPr/>
        </p:nvSpPr>
        <p:spPr>
          <a:xfrm>
            <a:off x="8985" y="0"/>
            <a:ext cx="2764302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25FA6-C969-F6F7-C840-477882525D7E}"/>
              </a:ext>
            </a:extLst>
          </p:cNvPr>
          <p:cNvSpPr txBox="1"/>
          <p:nvPr/>
        </p:nvSpPr>
        <p:spPr>
          <a:xfrm>
            <a:off x="201818" y="998384"/>
            <a:ext cx="2378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세미나 로드맵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ko-KR" altLang="en-US" sz="2000" dirty="0">
                <a:solidFill>
                  <a:schemeClr val="bg1"/>
                </a:solidFill>
              </a:rPr>
              <a:t>상세</a:t>
            </a:r>
            <a:r>
              <a:rPr lang="en-US" altLang="ko-KR" sz="2000" dirty="0">
                <a:solidFill>
                  <a:schemeClr val="bg1"/>
                </a:solidFill>
              </a:rPr>
              <a:t>)</a:t>
            </a:r>
            <a:r>
              <a:rPr lang="en-US" altLang="ko-KR" sz="1600" dirty="0">
                <a:solidFill>
                  <a:schemeClr val="bg1"/>
                </a:solidFill>
              </a:rPr>
              <a:t>    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A67160-6AFB-A3C4-BE10-2EBDA448F4BD}"/>
              </a:ext>
            </a:extLst>
          </p:cNvPr>
          <p:cNvSpPr/>
          <p:nvPr/>
        </p:nvSpPr>
        <p:spPr>
          <a:xfrm>
            <a:off x="4360986" y="3334809"/>
            <a:ext cx="5748569" cy="648906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3948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DBCB-DC37-2ED8-7610-D3830606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D22C4-2A50-3ACB-4332-C9459717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PWM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-1</a:t>
            </a:r>
            <a:r>
              <a:rPr lang="ko-KR" altLang="en-US" sz="2800" dirty="0"/>
              <a:t> </a:t>
            </a:r>
            <a:r>
              <a:rPr lang="en-US" altLang="ko-KR" sz="2800" dirty="0"/>
              <a:t>PWM</a:t>
            </a:r>
            <a:r>
              <a:rPr lang="ko-KR" altLang="en-US" sz="2800" dirty="0"/>
              <a:t>이란</a:t>
            </a:r>
            <a:r>
              <a:rPr lang="en-US" altLang="ko-KR" sz="2800" dirty="0"/>
              <a:t>?</a:t>
            </a:r>
            <a:endParaRPr lang="ko-KR" altLang="en-US" dirty="0">
              <a:latin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EA2CA0-3033-2510-3BD6-2F7DFF772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810263"/>
            <a:ext cx="5852304" cy="36826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E02828-F993-3B3C-4DFE-D5E498F05A0E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841070-E3A0-735B-15EF-8674215C95E5}"/>
              </a:ext>
            </a:extLst>
          </p:cNvPr>
          <p:cNvSpPr txBox="1"/>
          <p:nvPr/>
        </p:nvSpPr>
        <p:spPr>
          <a:xfrm>
            <a:off x="6464744" y="2910032"/>
            <a:ext cx="5615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1" dirty="0"/>
              <a:t>PWM(Pulse Width Modulation)</a:t>
            </a:r>
          </a:p>
          <a:p>
            <a:r>
              <a:rPr lang="ko-KR" altLang="en-US" sz="1400" dirty="0"/>
              <a:t>펄스 변조의 일종으로 신호의 크기에 따라 펄스의 폭을 변조하는 방식</a:t>
            </a:r>
            <a:endParaRPr kumimoji="1" lang="ko-KR" altLang="en-US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856DE0-293A-015D-0EA9-AF889C64E674}"/>
              </a:ext>
            </a:extLst>
          </p:cNvPr>
          <p:cNvSpPr txBox="1"/>
          <p:nvPr/>
        </p:nvSpPr>
        <p:spPr>
          <a:xfrm>
            <a:off x="6473938" y="4475312"/>
            <a:ext cx="48798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PWM</a:t>
            </a:r>
            <a:r>
              <a:rPr lang="ko-KR" altLang="en-US" sz="1200" b="1" dirty="0"/>
              <a:t> 주요 사용처</a:t>
            </a:r>
            <a:endParaRPr lang="en-US" altLang="ko-KR" sz="1200" b="1" dirty="0"/>
          </a:p>
          <a:p>
            <a:endParaRPr lang="en-US" altLang="ko-KR" sz="1200" b="1" dirty="0"/>
          </a:p>
          <a:p>
            <a:pPr marL="228600" indent="-228600">
              <a:buAutoNum type="arabicPeriod"/>
            </a:pPr>
            <a:r>
              <a:rPr kumimoji="1" lang="ko-KR" altLang="en-US" sz="1200" dirty="0"/>
              <a:t>모터제어</a:t>
            </a:r>
            <a:endParaRPr kumimoji="1" lang="en-US" altLang="ko-KR" sz="1200" dirty="0"/>
          </a:p>
          <a:p>
            <a:pPr marL="228600" indent="-228600">
              <a:buAutoNum type="arabicPeriod"/>
            </a:pPr>
            <a:r>
              <a:rPr kumimoji="1" lang="en-US" altLang="ko-KR" sz="1200" dirty="0"/>
              <a:t>LED</a:t>
            </a:r>
            <a:r>
              <a:rPr kumimoji="1" lang="ko-KR" altLang="en-US" sz="1200" dirty="0"/>
              <a:t> 밝기 조절</a:t>
            </a:r>
            <a:endParaRPr kumimoji="1" lang="en-US" altLang="ko-KR" sz="1200" dirty="0"/>
          </a:p>
          <a:p>
            <a:pPr marL="228600" indent="-228600">
              <a:buAutoNum type="arabicPeriod"/>
            </a:pPr>
            <a:r>
              <a:rPr kumimoji="1" lang="en-US" altLang="ko-KR" sz="1200" dirty="0"/>
              <a:t>SMPS</a:t>
            </a:r>
            <a:r>
              <a:rPr kumimoji="1" lang="ko-KR" altLang="en-US" sz="1200" dirty="0"/>
              <a:t> </a:t>
            </a:r>
            <a:endParaRPr kumimoji="1" lang="en-US" altLang="ko-KR" sz="1200" dirty="0"/>
          </a:p>
          <a:p>
            <a:r>
              <a:rPr kumimoji="1" lang="ko-KR" altLang="en-US" sz="1200" dirty="0"/>
              <a:t>등 현대 디지털 시스템에서 폭넓게 사용되는 평균 전압 제어 방식이다</a:t>
            </a:r>
            <a:r>
              <a:rPr kumimoji="1"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7044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0C0B8-439C-01A9-B7F6-10620C12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2FD67-5668-8CC5-4A45-D2DD30D8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PWM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-2</a:t>
            </a:r>
            <a:r>
              <a:rPr lang="ko-KR" altLang="en-US" sz="2800" dirty="0"/>
              <a:t> </a:t>
            </a:r>
            <a:r>
              <a:rPr lang="en-US" altLang="ko-KR" sz="2800" dirty="0"/>
              <a:t>PWM</a:t>
            </a:r>
            <a:r>
              <a:rPr lang="ko-KR" altLang="en-US" sz="2800" dirty="0"/>
              <a:t> 생성원리</a:t>
            </a:r>
            <a:endParaRPr lang="ko-KR" altLang="en-US" dirty="0">
              <a:latin typeface="+mn-lt"/>
            </a:endParaRPr>
          </a:p>
        </p:txBody>
      </p:sp>
      <p:pic>
        <p:nvPicPr>
          <p:cNvPr id="4" name="그림 3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71F94E-B300-9942-97D8-DCC69B31D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52" y="2490326"/>
            <a:ext cx="6505058" cy="40025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C6D902-0DDA-B611-3128-124AE7867488}"/>
              </a:ext>
            </a:extLst>
          </p:cNvPr>
          <p:cNvSpPr txBox="1"/>
          <p:nvPr/>
        </p:nvSpPr>
        <p:spPr>
          <a:xfrm>
            <a:off x="0" y="3596323"/>
            <a:ext cx="13875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100" dirty="0"/>
              <a:t>Capture Compare </a:t>
            </a:r>
          </a:p>
          <a:p>
            <a:r>
              <a:rPr kumimoji="1" lang="en-US" altLang="ko-KR" sz="1100" dirty="0"/>
              <a:t>Register</a:t>
            </a:r>
            <a:endParaRPr kumimoji="1" lang="ko-KR" altLang="en-US" sz="1100" dirty="0"/>
          </a:p>
        </p:txBody>
      </p:sp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6AB4678A-1206-391C-4095-60F66D505B22}"/>
              </a:ext>
            </a:extLst>
          </p:cNvPr>
          <p:cNvCxnSpPr>
            <a:cxnSpLocks/>
          </p:cNvCxnSpPr>
          <p:nvPr/>
        </p:nvCxnSpPr>
        <p:spPr>
          <a:xfrm>
            <a:off x="1336430" y="3811767"/>
            <a:ext cx="4917299" cy="196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75B57CC-02B9-49BD-6728-153623169DDF}"/>
              </a:ext>
            </a:extLst>
          </p:cNvPr>
          <p:cNvGrpSpPr/>
          <p:nvPr/>
        </p:nvGrpSpPr>
        <p:grpSpPr>
          <a:xfrm>
            <a:off x="1872138" y="3825961"/>
            <a:ext cx="20880" cy="150840"/>
            <a:chOff x="1872138" y="4045129"/>
            <a:chExt cx="20880" cy="15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DB1CE09E-A5C6-4931-AE8A-04EA4BC9D19A}"/>
                    </a:ext>
                  </a:extLst>
                </p14:cNvPr>
                <p14:cNvContentPartPr/>
                <p14:nvPr/>
              </p14:nvContentPartPr>
              <p14:xfrm>
                <a:off x="1872138" y="4045129"/>
                <a:ext cx="20880" cy="11988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DB1CE09E-A5C6-4931-AE8A-04EA4BC9D19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66018" y="4039009"/>
                  <a:ext cx="331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7BA798CA-C478-8BB9-E6CB-330F57B7A50F}"/>
                    </a:ext>
                  </a:extLst>
                </p14:cNvPr>
                <p14:cNvContentPartPr/>
                <p14:nvPr/>
              </p14:nvContentPartPr>
              <p14:xfrm>
                <a:off x="1872138" y="4175449"/>
                <a:ext cx="360" cy="2052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7BA798CA-C478-8BB9-E6CB-330F57B7A50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66018" y="4169329"/>
                  <a:ext cx="12600" cy="3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6D5FCC1B-F710-CDD9-6B23-626C7AB86F7D}"/>
                  </a:ext>
                </a:extLst>
              </p14:cNvPr>
              <p14:cNvContentPartPr/>
              <p14:nvPr/>
            </p14:nvContentPartPr>
            <p14:xfrm>
              <a:off x="1875378" y="4066441"/>
              <a:ext cx="3600" cy="9504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6D5FCC1B-F710-CDD9-6B23-626C7AB86F7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69258" y="4060321"/>
                <a:ext cx="15840" cy="10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그룹 29">
            <a:extLst>
              <a:ext uri="{FF2B5EF4-FFF2-40B4-BE49-F238E27FC236}">
                <a16:creationId xmlns:a16="http://schemas.microsoft.com/office/drawing/2014/main" id="{4F1C5730-D70E-A7F0-3C79-51E784379F36}"/>
              </a:ext>
            </a:extLst>
          </p:cNvPr>
          <p:cNvGrpSpPr/>
          <p:nvPr/>
        </p:nvGrpSpPr>
        <p:grpSpPr>
          <a:xfrm>
            <a:off x="1887618" y="4256161"/>
            <a:ext cx="17640" cy="258480"/>
            <a:chOff x="1887618" y="4475329"/>
            <a:chExt cx="1764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55AF696B-E9C1-F50A-C5FC-5704A562D770}"/>
                    </a:ext>
                  </a:extLst>
                </p14:cNvPr>
                <p14:cNvContentPartPr/>
                <p14:nvPr/>
              </p14:nvContentPartPr>
              <p14:xfrm>
                <a:off x="1887618" y="4475329"/>
                <a:ext cx="6480" cy="11088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55AF696B-E9C1-F50A-C5FC-5704A562D77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81498" y="4469209"/>
                  <a:ext cx="18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4759EC14-97C6-05E2-AF1F-019EACB73080}"/>
                    </a:ext>
                  </a:extLst>
                </p14:cNvPr>
                <p14:cNvContentPartPr/>
                <p14:nvPr/>
              </p14:nvContentPartPr>
              <p14:xfrm>
                <a:off x="1898778" y="4626169"/>
                <a:ext cx="6480" cy="10764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4759EC14-97C6-05E2-AF1F-019EACB7308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92658" y="4620049"/>
                  <a:ext cx="1872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455C614-FB5B-272E-C5E3-605A852DE30E}"/>
              </a:ext>
            </a:extLst>
          </p:cNvPr>
          <p:cNvGrpSpPr/>
          <p:nvPr/>
        </p:nvGrpSpPr>
        <p:grpSpPr>
          <a:xfrm>
            <a:off x="1912458" y="4589521"/>
            <a:ext cx="29880" cy="1214640"/>
            <a:chOff x="1912458" y="4808689"/>
            <a:chExt cx="29880" cy="12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0B511375-D096-176C-BDE7-2ED43EFF5237}"/>
                    </a:ext>
                  </a:extLst>
                </p14:cNvPr>
                <p14:cNvContentPartPr/>
                <p14:nvPr/>
              </p14:nvContentPartPr>
              <p14:xfrm>
                <a:off x="1912458" y="4808689"/>
                <a:ext cx="8280" cy="12312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0B511375-D096-176C-BDE7-2ED43EFF523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906338" y="4802569"/>
                  <a:ext cx="205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92A79691-CA3A-A659-8770-E4BECDE5E4E8}"/>
                    </a:ext>
                  </a:extLst>
                </p14:cNvPr>
                <p14:cNvContentPartPr/>
                <p14:nvPr/>
              </p14:nvContentPartPr>
              <p14:xfrm>
                <a:off x="1923258" y="4984729"/>
                <a:ext cx="3600" cy="1828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92A79691-CA3A-A659-8770-E4BECDE5E4E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917138" y="4978609"/>
                  <a:ext cx="158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AE9519F6-030D-619A-BAF9-84404262FFA3}"/>
                    </a:ext>
                  </a:extLst>
                </p14:cNvPr>
                <p14:cNvContentPartPr/>
                <p14:nvPr/>
              </p14:nvContentPartPr>
              <p14:xfrm>
                <a:off x="1926498" y="5209369"/>
                <a:ext cx="1800" cy="7200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AE9519F6-030D-619A-BAF9-84404262FFA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20378" y="5203249"/>
                  <a:ext cx="140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4470BD66-30B1-F514-D820-37553EC60CDC}"/>
                    </a:ext>
                  </a:extLst>
                </p14:cNvPr>
                <p14:cNvContentPartPr/>
                <p14:nvPr/>
              </p14:nvContentPartPr>
              <p14:xfrm>
                <a:off x="1929378" y="5328889"/>
                <a:ext cx="3600" cy="10368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4470BD66-30B1-F514-D820-37553EC60CD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23258" y="5322769"/>
                  <a:ext cx="158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C78CA52C-E1C0-11FE-2EEB-E4BF7F258142}"/>
                    </a:ext>
                  </a:extLst>
                </p14:cNvPr>
                <p14:cNvContentPartPr/>
                <p14:nvPr/>
              </p14:nvContentPartPr>
              <p14:xfrm>
                <a:off x="1935858" y="5494849"/>
                <a:ext cx="5040" cy="12528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C78CA52C-E1C0-11FE-2EEB-E4BF7F25814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929738" y="5488729"/>
                  <a:ext cx="172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D4D9C8B2-B2AF-A1F7-16A1-4388B5D31248}"/>
                    </a:ext>
                  </a:extLst>
                </p14:cNvPr>
                <p14:cNvContentPartPr/>
                <p14:nvPr/>
              </p14:nvContentPartPr>
              <p14:xfrm>
                <a:off x="1938738" y="5675929"/>
                <a:ext cx="3600" cy="29916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D4D9C8B2-B2AF-A1F7-16A1-4388B5D3124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932618" y="5669809"/>
                  <a:ext cx="158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2DC817C7-4C0A-EAB8-263A-7942D68EA709}"/>
                    </a:ext>
                  </a:extLst>
                </p14:cNvPr>
                <p14:cNvContentPartPr/>
                <p14:nvPr/>
              </p14:nvContentPartPr>
              <p14:xfrm>
                <a:off x="1940538" y="6012169"/>
                <a:ext cx="360" cy="1116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2DC817C7-4C0A-EAB8-263A-7942D68EA70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934418" y="6006049"/>
                  <a:ext cx="126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BBB4A1C-8AF3-C693-2C3C-3B7816536957}"/>
              </a:ext>
            </a:extLst>
          </p:cNvPr>
          <p:cNvGrpSpPr/>
          <p:nvPr/>
        </p:nvGrpSpPr>
        <p:grpSpPr>
          <a:xfrm>
            <a:off x="1957458" y="6027001"/>
            <a:ext cx="8280" cy="136800"/>
            <a:chOff x="1957458" y="6246169"/>
            <a:chExt cx="8280" cy="13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C87FA711-ABF6-A7A1-F34E-E42913D72D00}"/>
                    </a:ext>
                  </a:extLst>
                </p14:cNvPr>
                <p14:cNvContentPartPr/>
                <p14:nvPr/>
              </p14:nvContentPartPr>
              <p14:xfrm>
                <a:off x="1960698" y="6246169"/>
                <a:ext cx="360" cy="3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C87FA711-ABF6-A7A1-F34E-E42913D72D0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954578" y="624004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B32FB148-A0E3-4147-5B9E-0DAFE61B04A0}"/>
                    </a:ext>
                  </a:extLst>
                </p14:cNvPr>
                <p14:cNvContentPartPr/>
                <p14:nvPr/>
              </p14:nvContentPartPr>
              <p14:xfrm>
                <a:off x="1957458" y="6289369"/>
                <a:ext cx="1800" cy="2376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B32FB148-A0E3-4147-5B9E-0DAFE61B04A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51338" y="6283249"/>
                  <a:ext cx="14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497A31AF-13DE-3764-9CC2-C0ECA9D8D3F4}"/>
                    </a:ext>
                  </a:extLst>
                </p14:cNvPr>
                <p14:cNvContentPartPr/>
                <p14:nvPr/>
              </p14:nvContentPartPr>
              <p14:xfrm>
                <a:off x="1963578" y="6356329"/>
                <a:ext cx="1800" cy="2520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497A31AF-13DE-3764-9CC2-C0ECA9D8D3F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57458" y="6350209"/>
                  <a:ext cx="14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77988DBE-BD1B-ED12-3155-18F8D5BBBCF5}"/>
                    </a:ext>
                  </a:extLst>
                </p14:cNvPr>
                <p14:cNvContentPartPr/>
                <p14:nvPr/>
              </p14:nvContentPartPr>
              <p14:xfrm>
                <a:off x="1965378" y="6381169"/>
                <a:ext cx="360" cy="180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77988DBE-BD1B-ED12-3155-18F8D5BBBCF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59258" y="6375049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C4201286-C93D-846F-3FB0-437F9E7A0E32}"/>
              </a:ext>
            </a:extLst>
          </p:cNvPr>
          <p:cNvGrpSpPr/>
          <p:nvPr/>
        </p:nvGrpSpPr>
        <p:grpSpPr>
          <a:xfrm>
            <a:off x="3181818" y="3819841"/>
            <a:ext cx="27720" cy="1136520"/>
            <a:chOff x="3181818" y="4039009"/>
            <a:chExt cx="27720" cy="113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F9EAD1CE-77AF-27AD-FBDF-339184D636BA}"/>
                    </a:ext>
                  </a:extLst>
                </p14:cNvPr>
                <p14:cNvContentPartPr/>
                <p14:nvPr/>
              </p14:nvContentPartPr>
              <p14:xfrm>
                <a:off x="3209178" y="4039009"/>
                <a:ext cx="360" cy="36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F9EAD1CE-77AF-27AD-FBDF-339184D636B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203058" y="403288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F79185F3-12F8-C605-395E-25975D72BDA9}"/>
                    </a:ext>
                  </a:extLst>
                </p14:cNvPr>
                <p14:cNvContentPartPr/>
                <p14:nvPr/>
              </p14:nvContentPartPr>
              <p14:xfrm>
                <a:off x="3198018" y="4052689"/>
                <a:ext cx="9720" cy="6768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F79185F3-12F8-C605-395E-25975D72BDA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191898" y="4046569"/>
                  <a:ext cx="219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2978ABC5-FB66-C5B8-C23E-E49E71FDDA1D}"/>
                    </a:ext>
                  </a:extLst>
                </p14:cNvPr>
                <p14:cNvContentPartPr/>
                <p14:nvPr/>
              </p14:nvContentPartPr>
              <p14:xfrm>
                <a:off x="3196578" y="4185529"/>
                <a:ext cx="360" cy="7236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2978ABC5-FB66-C5B8-C23E-E49E71FDDA1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90458" y="4179409"/>
                  <a:ext cx="126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C20E2BD6-198C-A478-A56E-59841137CDE1}"/>
                    </a:ext>
                  </a:extLst>
                </p14:cNvPr>
                <p14:cNvContentPartPr/>
                <p14:nvPr/>
              </p14:nvContentPartPr>
              <p14:xfrm>
                <a:off x="3193338" y="4309729"/>
                <a:ext cx="5040" cy="8316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C20E2BD6-198C-A478-A56E-59841137CDE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87218" y="4303609"/>
                  <a:ext cx="172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7FB65D54-5F70-B2FF-BCB9-0851EBF8C67F}"/>
                    </a:ext>
                  </a:extLst>
                </p14:cNvPr>
                <p14:cNvContentPartPr/>
                <p14:nvPr/>
              </p14:nvContentPartPr>
              <p14:xfrm>
                <a:off x="3190098" y="4466329"/>
                <a:ext cx="6480" cy="12600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7FB65D54-5F70-B2FF-BCB9-0851EBF8C67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83978" y="4460209"/>
                  <a:ext cx="187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9E829D26-5385-B588-93B8-2C9BC9153E28}"/>
                    </a:ext>
                  </a:extLst>
                </p14:cNvPr>
                <p14:cNvContentPartPr/>
                <p14:nvPr/>
              </p14:nvContentPartPr>
              <p14:xfrm>
                <a:off x="3181818" y="4659289"/>
                <a:ext cx="8640" cy="318960"/>
              </p14:xfrm>
            </p:contentPart>
          </mc:Choice>
          <mc:Fallback xmlns=""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9E829D26-5385-B588-93B8-2C9BC9153E2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75698" y="4653169"/>
                  <a:ext cx="20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8DD2C9A3-7D80-8C4D-39E9-F0A2CF2BEEA9}"/>
                    </a:ext>
                  </a:extLst>
                </p14:cNvPr>
                <p14:cNvContentPartPr/>
                <p14:nvPr/>
              </p14:nvContentPartPr>
              <p14:xfrm>
                <a:off x="3183258" y="5016769"/>
                <a:ext cx="1800" cy="2808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8DD2C9A3-7D80-8C4D-39E9-F0A2CF2BEEA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77138" y="5010649"/>
                  <a:ext cx="14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04F9E474-F834-6427-0D0E-1B50B98F13AC}"/>
                    </a:ext>
                  </a:extLst>
                </p14:cNvPr>
                <p14:cNvContentPartPr/>
                <p14:nvPr/>
              </p14:nvContentPartPr>
              <p14:xfrm>
                <a:off x="3187938" y="5090929"/>
                <a:ext cx="360" cy="8460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04F9E474-F834-6427-0D0E-1B50B98F13A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81818" y="5084809"/>
                  <a:ext cx="1260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67DBA9EB-AF00-F5A0-662D-4A0D94C1015C}"/>
              </a:ext>
            </a:extLst>
          </p:cNvPr>
          <p:cNvGrpSpPr/>
          <p:nvPr/>
        </p:nvGrpSpPr>
        <p:grpSpPr>
          <a:xfrm>
            <a:off x="3189378" y="5039881"/>
            <a:ext cx="3600" cy="196200"/>
            <a:chOff x="3189378" y="5259049"/>
            <a:chExt cx="3600" cy="19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18658A5C-59BF-7589-F5EC-269C71074333}"/>
                    </a:ext>
                  </a:extLst>
                </p14:cNvPr>
                <p14:cNvContentPartPr/>
                <p14:nvPr/>
              </p14:nvContentPartPr>
              <p14:xfrm>
                <a:off x="3189378" y="5259049"/>
                <a:ext cx="3600" cy="6732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18658A5C-59BF-7589-F5EC-269C7107433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83258" y="5252929"/>
                  <a:ext cx="158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AAF52C62-08F6-BE0C-D98F-70172B71AB31}"/>
                    </a:ext>
                  </a:extLst>
                </p14:cNvPr>
                <p14:cNvContentPartPr/>
                <p14:nvPr/>
              </p14:nvContentPartPr>
              <p14:xfrm>
                <a:off x="3190818" y="5366329"/>
                <a:ext cx="1800" cy="88920"/>
              </p14:xfrm>
            </p:contentPart>
          </mc:Choice>
          <mc:Fallback xmlns=""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AAF52C62-08F6-BE0C-D98F-70172B71AB3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184698" y="5360209"/>
                  <a:ext cx="1404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6198498D-3145-1D05-F3DA-61559CD20FE5}"/>
              </a:ext>
            </a:extLst>
          </p:cNvPr>
          <p:cNvGrpSpPr/>
          <p:nvPr/>
        </p:nvGrpSpPr>
        <p:grpSpPr>
          <a:xfrm>
            <a:off x="3195498" y="5321401"/>
            <a:ext cx="48600" cy="789120"/>
            <a:chOff x="3195498" y="5540569"/>
            <a:chExt cx="48600" cy="78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150FBABF-6BDB-8848-CF79-CC4DB1E3E0D1}"/>
                    </a:ext>
                  </a:extLst>
                </p14:cNvPr>
                <p14:cNvContentPartPr/>
                <p14:nvPr/>
              </p14:nvContentPartPr>
              <p14:xfrm>
                <a:off x="3195498" y="5540569"/>
                <a:ext cx="3600" cy="101880"/>
              </p14:xfrm>
            </p:contentPart>
          </mc:Choice>
          <mc:Fallback xmlns=""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150FBABF-6BDB-8848-CF79-CC4DB1E3E0D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89378" y="5534449"/>
                  <a:ext cx="15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E7B66E17-8E65-0472-CE45-9D38D7BF0485}"/>
                    </a:ext>
                  </a:extLst>
                </p14:cNvPr>
                <p14:cNvContentPartPr/>
                <p14:nvPr/>
              </p14:nvContentPartPr>
              <p14:xfrm>
                <a:off x="3201618" y="5695009"/>
                <a:ext cx="5040" cy="92160"/>
              </p14:xfrm>
            </p:contentPart>
          </mc:Choice>
          <mc:Fallback xmlns=""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E7B66E17-8E65-0472-CE45-9D38D7BF048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95498" y="5688889"/>
                  <a:ext cx="172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4B33BDEA-0B53-F527-DF80-DB325C40D662}"/>
                    </a:ext>
                  </a:extLst>
                </p14:cNvPr>
                <p14:cNvContentPartPr/>
                <p14:nvPr/>
              </p14:nvContentPartPr>
              <p14:xfrm>
                <a:off x="3209538" y="5836849"/>
                <a:ext cx="5040" cy="86760"/>
              </p14:xfrm>
            </p:contentPart>
          </mc:Choice>
          <mc:Fallback xmlns=""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4B33BDEA-0B53-F527-DF80-DB325C40D66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03418" y="5830729"/>
                  <a:ext cx="172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2F73F529-B56E-27AC-081C-067E8EC15DFC}"/>
                    </a:ext>
                  </a:extLst>
                </p14:cNvPr>
                <p14:cNvContentPartPr/>
                <p14:nvPr/>
              </p14:nvContentPartPr>
              <p14:xfrm>
                <a:off x="3218898" y="5971129"/>
                <a:ext cx="6480" cy="90360"/>
              </p14:xfrm>
            </p:contentPart>
          </mc:Choice>
          <mc:Fallback xmlns=""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2F73F529-B56E-27AC-081C-067E8EC15DF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212778" y="5965009"/>
                  <a:ext cx="187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E69AD14E-CFE4-D405-5407-B036244D5D9B}"/>
                    </a:ext>
                  </a:extLst>
                </p14:cNvPr>
                <p14:cNvContentPartPr/>
                <p14:nvPr/>
              </p14:nvContentPartPr>
              <p14:xfrm>
                <a:off x="3229698" y="6128089"/>
                <a:ext cx="5040" cy="70200"/>
              </p14:xfrm>
            </p:contentPart>
          </mc:Choice>
          <mc:Fallback xmlns=""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E69AD14E-CFE4-D405-5407-B036244D5D9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223578" y="6121969"/>
                  <a:ext cx="172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D08740C4-D35D-F30F-7AC0-7CDE1A519895}"/>
                    </a:ext>
                  </a:extLst>
                </p14:cNvPr>
                <p14:cNvContentPartPr/>
                <p14:nvPr/>
              </p14:nvContentPartPr>
              <p14:xfrm>
                <a:off x="3240498" y="6250489"/>
                <a:ext cx="3600" cy="60840"/>
              </p14:xfrm>
            </p:contentPart>
          </mc:Choice>
          <mc:Fallback xmlns=""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D08740C4-D35D-F30F-7AC0-7CDE1A51989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34378" y="6244369"/>
                  <a:ext cx="158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0C07A610-C4EE-8BDA-A7B9-F93B2AB2035A}"/>
                    </a:ext>
                  </a:extLst>
                </p14:cNvPr>
                <p14:cNvContentPartPr/>
                <p14:nvPr/>
              </p14:nvContentPartPr>
              <p14:xfrm>
                <a:off x="3243378" y="6327889"/>
                <a:ext cx="360" cy="1800"/>
              </p14:xfrm>
            </p:contentPart>
          </mc:Choice>
          <mc:Fallback xmlns=""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0C07A610-C4EE-8BDA-A7B9-F93B2AB2035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37258" y="6321769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77D8EBB9-B3A3-BA8A-020D-11E04CB0AE6D}"/>
              </a:ext>
            </a:extLst>
          </p:cNvPr>
          <p:cNvGrpSpPr/>
          <p:nvPr/>
        </p:nvGrpSpPr>
        <p:grpSpPr>
          <a:xfrm>
            <a:off x="4540818" y="3842521"/>
            <a:ext cx="5040" cy="74880"/>
            <a:chOff x="4540818" y="4061689"/>
            <a:chExt cx="5040" cy="7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6F487E61-2FFA-5306-C2FE-668FAA6730B2}"/>
                    </a:ext>
                  </a:extLst>
                </p14:cNvPr>
                <p14:cNvContentPartPr/>
                <p14:nvPr/>
              </p14:nvContentPartPr>
              <p14:xfrm>
                <a:off x="4545498" y="4061689"/>
                <a:ext cx="360" cy="360"/>
              </p14:xfrm>
            </p:contentPart>
          </mc:Choice>
          <mc:Fallback xmlns=""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6F487E61-2FFA-5306-C2FE-668FAA6730B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539378" y="405556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88CD7B70-8346-BBF2-5C32-F8472EA4B125}"/>
                    </a:ext>
                  </a:extLst>
                </p14:cNvPr>
                <p14:cNvContentPartPr/>
                <p14:nvPr/>
              </p14:nvContentPartPr>
              <p14:xfrm>
                <a:off x="4540818" y="4075729"/>
                <a:ext cx="5040" cy="60840"/>
              </p14:xfrm>
            </p:contentPart>
          </mc:Choice>
          <mc:Fallback xmlns=""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88CD7B70-8346-BBF2-5C32-F8472EA4B12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34698" y="4069609"/>
                  <a:ext cx="1728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32E5C56B-3274-8064-0B51-6CCEC2B7AEA2}"/>
              </a:ext>
            </a:extLst>
          </p:cNvPr>
          <p:cNvGrpSpPr/>
          <p:nvPr/>
        </p:nvGrpSpPr>
        <p:grpSpPr>
          <a:xfrm>
            <a:off x="4509138" y="3998041"/>
            <a:ext cx="22680" cy="600480"/>
            <a:chOff x="4509138" y="4217209"/>
            <a:chExt cx="22680" cy="60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7B2C253B-488E-0AE0-F6D7-5753E0AA0ED7}"/>
                    </a:ext>
                  </a:extLst>
                </p14:cNvPr>
                <p14:cNvContentPartPr/>
                <p14:nvPr/>
              </p14:nvContentPartPr>
              <p14:xfrm>
                <a:off x="4523538" y="4217209"/>
                <a:ext cx="8280" cy="79200"/>
              </p14:xfrm>
            </p:contentPart>
          </mc:Choice>
          <mc:Fallback xmlns=""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7B2C253B-488E-0AE0-F6D7-5753E0AA0ED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517418" y="4211089"/>
                  <a:ext cx="20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D8F096CB-E5EB-1785-A190-70126AA79E2A}"/>
                    </a:ext>
                  </a:extLst>
                </p14:cNvPr>
                <p14:cNvContentPartPr/>
                <p14:nvPr/>
              </p14:nvContentPartPr>
              <p14:xfrm>
                <a:off x="4514178" y="4355449"/>
                <a:ext cx="8280" cy="71640"/>
              </p14:xfrm>
            </p:contentPart>
          </mc:Choice>
          <mc:Fallback xmlns=""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D8F096CB-E5EB-1785-A190-70126AA79E2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508058" y="4349329"/>
                  <a:ext cx="205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CEDB49AC-B32B-D3B0-7FB7-884BBB6F6A40}"/>
                    </a:ext>
                  </a:extLst>
                </p14:cNvPr>
                <p14:cNvContentPartPr/>
                <p14:nvPr/>
              </p14:nvContentPartPr>
              <p14:xfrm>
                <a:off x="4511298" y="4495489"/>
                <a:ext cx="6120" cy="138960"/>
              </p14:xfrm>
            </p:contentPart>
          </mc:Choice>
          <mc:Fallback xmlns=""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CEDB49AC-B32B-D3B0-7FB7-884BBB6F6A4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505178" y="4489369"/>
                  <a:ext cx="183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B7E88D2A-00E3-7028-2686-39CB08E75A51}"/>
                    </a:ext>
                  </a:extLst>
                </p14:cNvPr>
                <p14:cNvContentPartPr/>
                <p14:nvPr/>
              </p14:nvContentPartPr>
              <p14:xfrm>
                <a:off x="4509138" y="4710769"/>
                <a:ext cx="3600" cy="106920"/>
              </p14:xfrm>
            </p:contentPart>
          </mc:Choice>
          <mc:Fallback xmlns=""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B7E88D2A-00E3-7028-2686-39CB08E75A5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503018" y="4704649"/>
                  <a:ext cx="15840" cy="11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62" name="잉크 61">
                <a:extLst>
                  <a:ext uri="{FF2B5EF4-FFF2-40B4-BE49-F238E27FC236}">
                    <a16:creationId xmlns:a16="http://schemas.microsoft.com/office/drawing/2014/main" id="{8B54F0EA-1484-F8D2-34A8-74962F051E84}"/>
                  </a:ext>
                </a:extLst>
              </p14:cNvPr>
              <p14:cNvContentPartPr/>
              <p14:nvPr/>
            </p14:nvContentPartPr>
            <p14:xfrm>
              <a:off x="4496178" y="4692121"/>
              <a:ext cx="11880" cy="116280"/>
            </p14:xfrm>
          </p:contentPart>
        </mc:Choice>
        <mc:Fallback>
          <p:pic>
            <p:nvPicPr>
              <p:cNvPr id="62" name="잉크 61">
                <a:extLst>
                  <a:ext uri="{FF2B5EF4-FFF2-40B4-BE49-F238E27FC236}">
                    <a16:creationId xmlns:a16="http://schemas.microsoft.com/office/drawing/2014/main" id="{8B54F0EA-1484-F8D2-34A8-74962F051E84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4490058" y="4686001"/>
                <a:ext cx="241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63" name="잉크 62">
                <a:extLst>
                  <a:ext uri="{FF2B5EF4-FFF2-40B4-BE49-F238E27FC236}">
                    <a16:creationId xmlns:a16="http://schemas.microsoft.com/office/drawing/2014/main" id="{6011E7A2-AA89-F226-EDEB-D509F4F0690D}"/>
                  </a:ext>
                </a:extLst>
              </p14:cNvPr>
              <p14:cNvContentPartPr/>
              <p14:nvPr/>
            </p14:nvContentPartPr>
            <p14:xfrm>
              <a:off x="4492938" y="4912441"/>
              <a:ext cx="3600" cy="110520"/>
            </p14:xfrm>
          </p:contentPart>
        </mc:Choice>
        <mc:Fallback>
          <p:pic>
            <p:nvPicPr>
              <p:cNvPr id="63" name="잉크 62">
                <a:extLst>
                  <a:ext uri="{FF2B5EF4-FFF2-40B4-BE49-F238E27FC236}">
                    <a16:creationId xmlns:a16="http://schemas.microsoft.com/office/drawing/2014/main" id="{6011E7A2-AA89-F226-EDEB-D509F4F0690D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4486818" y="4906321"/>
                <a:ext cx="158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64" name="잉크 63">
                <a:extLst>
                  <a:ext uri="{FF2B5EF4-FFF2-40B4-BE49-F238E27FC236}">
                    <a16:creationId xmlns:a16="http://schemas.microsoft.com/office/drawing/2014/main" id="{A4814C50-E598-71D0-9451-35F9CB05F89A}"/>
                  </a:ext>
                </a:extLst>
              </p14:cNvPr>
              <p14:cNvContentPartPr/>
              <p14:nvPr/>
            </p14:nvContentPartPr>
            <p14:xfrm>
              <a:off x="4494378" y="5109721"/>
              <a:ext cx="1800" cy="78120"/>
            </p14:xfrm>
          </p:contentPart>
        </mc:Choice>
        <mc:Fallback>
          <p:pic>
            <p:nvPicPr>
              <p:cNvPr id="64" name="잉크 63">
                <a:extLst>
                  <a:ext uri="{FF2B5EF4-FFF2-40B4-BE49-F238E27FC236}">
                    <a16:creationId xmlns:a16="http://schemas.microsoft.com/office/drawing/2014/main" id="{A4814C50-E598-71D0-9451-35F9CB05F89A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488258" y="5103601"/>
                <a:ext cx="14040" cy="9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그룹 73">
            <a:extLst>
              <a:ext uri="{FF2B5EF4-FFF2-40B4-BE49-F238E27FC236}">
                <a16:creationId xmlns:a16="http://schemas.microsoft.com/office/drawing/2014/main" id="{F011E8D9-F9F4-162A-8778-8BA6CF81F4DB}"/>
              </a:ext>
            </a:extLst>
          </p:cNvPr>
          <p:cNvGrpSpPr/>
          <p:nvPr/>
        </p:nvGrpSpPr>
        <p:grpSpPr>
          <a:xfrm>
            <a:off x="4503738" y="5281441"/>
            <a:ext cx="43920" cy="466200"/>
            <a:chOff x="4503738" y="5500609"/>
            <a:chExt cx="43920" cy="46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6BE600EE-FFB4-E1C6-B62D-C451D5A87504}"/>
                    </a:ext>
                  </a:extLst>
                </p14:cNvPr>
                <p14:cNvContentPartPr/>
                <p14:nvPr/>
              </p14:nvContentPartPr>
              <p14:xfrm>
                <a:off x="4503738" y="5500609"/>
                <a:ext cx="12600" cy="138240"/>
              </p14:xfrm>
            </p:contentPart>
          </mc:Choice>
          <mc:Fallback xmlns=""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6BE600EE-FFB4-E1C6-B62D-C451D5A8750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497618" y="5494489"/>
                  <a:ext cx="248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016E3760-78CF-C60E-D3E7-5A5492A21371}"/>
                    </a:ext>
                  </a:extLst>
                </p14:cNvPr>
                <p14:cNvContentPartPr/>
                <p14:nvPr/>
              </p14:nvContentPartPr>
              <p14:xfrm>
                <a:off x="4530018" y="5704729"/>
                <a:ext cx="3600" cy="54720"/>
              </p14:xfrm>
            </p:contentPart>
          </mc:Choice>
          <mc:Fallback xmlns=""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016E3760-78CF-C60E-D3E7-5A5492A2137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523898" y="5698609"/>
                  <a:ext cx="158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220D8F61-FF31-7EF6-C542-C5349FFB8CDF}"/>
                    </a:ext>
                  </a:extLst>
                </p14:cNvPr>
                <p14:cNvContentPartPr/>
                <p14:nvPr/>
              </p14:nvContentPartPr>
              <p14:xfrm>
                <a:off x="4544058" y="5835049"/>
                <a:ext cx="3600" cy="131760"/>
              </p14:xfrm>
            </p:contentPart>
          </mc:Choice>
          <mc:Fallback xmlns=""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220D8F61-FF31-7EF6-C542-C5349FFB8CD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537938" y="5828929"/>
                  <a:ext cx="1584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A752B22E-AACD-5D9D-E8BA-3AC0C399F34D}"/>
              </a:ext>
            </a:extLst>
          </p:cNvPr>
          <p:cNvGrpSpPr/>
          <p:nvPr/>
        </p:nvGrpSpPr>
        <p:grpSpPr>
          <a:xfrm>
            <a:off x="4556298" y="5835841"/>
            <a:ext cx="12960" cy="252360"/>
            <a:chOff x="4556298" y="6055009"/>
            <a:chExt cx="12960" cy="25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D7C152F5-7E64-61DE-C8BE-42AEBDE049AA}"/>
                    </a:ext>
                  </a:extLst>
                </p14:cNvPr>
                <p14:cNvContentPartPr/>
                <p14:nvPr/>
              </p14:nvContentPartPr>
              <p14:xfrm>
                <a:off x="4556298" y="6055009"/>
                <a:ext cx="3600" cy="73800"/>
              </p14:xfrm>
            </p:contentPart>
          </mc:Choice>
          <mc:Fallback xmlns=""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D7C152F5-7E64-61DE-C8BE-42AEBDE049A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550178" y="6048889"/>
                  <a:ext cx="158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94EB652F-97FB-4F33-8001-8AFF191817F9}"/>
                    </a:ext>
                  </a:extLst>
                </p14:cNvPr>
                <p14:cNvContentPartPr/>
                <p14:nvPr/>
              </p14:nvContentPartPr>
              <p14:xfrm>
                <a:off x="4565658" y="6200449"/>
                <a:ext cx="1800" cy="51480"/>
              </p14:xfrm>
            </p:contentPart>
          </mc:Choice>
          <mc:Fallback xmlns=""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94EB652F-97FB-4F33-8001-8AFF191817F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559538" y="6194329"/>
                  <a:ext cx="140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34D3FCC9-E436-8ED7-EB65-B0DFC0E1552E}"/>
                    </a:ext>
                  </a:extLst>
                </p14:cNvPr>
                <p14:cNvContentPartPr/>
                <p14:nvPr/>
              </p14:nvContentPartPr>
              <p14:xfrm>
                <a:off x="4568898" y="6294769"/>
                <a:ext cx="360" cy="12600"/>
              </p14:xfrm>
            </p:contentPart>
          </mc:Choice>
          <mc:Fallback xmlns=""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34D3FCC9-E436-8ED7-EB65-B0DFC0E1552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562778" y="6288649"/>
                  <a:ext cx="1260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F0AA771-7060-A530-CBAB-ACEE55930DA0}"/>
              </a:ext>
            </a:extLst>
          </p:cNvPr>
          <p:cNvGrpSpPr/>
          <p:nvPr/>
        </p:nvGrpSpPr>
        <p:grpSpPr>
          <a:xfrm>
            <a:off x="1364538" y="5366041"/>
            <a:ext cx="583200" cy="783720"/>
            <a:chOff x="1364538" y="5585209"/>
            <a:chExt cx="583200" cy="78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06B18B65-05D5-F429-B62A-69C658F035B8}"/>
                    </a:ext>
                  </a:extLst>
                </p14:cNvPr>
                <p14:cNvContentPartPr/>
                <p14:nvPr/>
              </p14:nvContentPartPr>
              <p14:xfrm>
                <a:off x="1364538" y="5585209"/>
                <a:ext cx="443160" cy="21240"/>
              </p14:xfrm>
            </p:contentPart>
          </mc:Choice>
          <mc:Fallback xmlns=""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06B18B65-05D5-F429-B62A-69C658F035B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358418" y="5579089"/>
                  <a:ext cx="455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29E6E5C2-605B-FFAF-D1A3-9DB427795490}"/>
                    </a:ext>
                  </a:extLst>
                </p14:cNvPr>
                <p14:cNvContentPartPr/>
                <p14:nvPr/>
              </p14:nvContentPartPr>
              <p14:xfrm>
                <a:off x="1560018" y="5589529"/>
                <a:ext cx="387720" cy="779400"/>
              </p14:xfrm>
            </p:contentPart>
          </mc:Choice>
          <mc:Fallback xmlns=""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29E6E5C2-605B-FFAF-D1A3-9DB42779549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553898" y="5583409"/>
                  <a:ext cx="399960" cy="79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84" name="잉크 83">
                <a:extLst>
                  <a:ext uri="{FF2B5EF4-FFF2-40B4-BE49-F238E27FC236}">
                    <a16:creationId xmlns:a16="http://schemas.microsoft.com/office/drawing/2014/main" id="{377FBA3E-B7CA-785C-EB87-A37F0F13AA39}"/>
                  </a:ext>
                </a:extLst>
              </p14:cNvPr>
              <p14:cNvContentPartPr/>
              <p14:nvPr/>
            </p14:nvContentPartPr>
            <p14:xfrm>
              <a:off x="1970778" y="6144721"/>
              <a:ext cx="945000" cy="11880"/>
            </p14:xfrm>
          </p:contentPart>
        </mc:Choice>
        <mc:Fallback>
          <p:pic>
            <p:nvPicPr>
              <p:cNvPr id="84" name="잉크 83">
                <a:extLst>
                  <a:ext uri="{FF2B5EF4-FFF2-40B4-BE49-F238E27FC236}">
                    <a16:creationId xmlns:a16="http://schemas.microsoft.com/office/drawing/2014/main" id="{377FBA3E-B7CA-785C-EB87-A37F0F13AA39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964656" y="6138410"/>
                <a:ext cx="957245" cy="245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85" name="잉크 84">
                <a:extLst>
                  <a:ext uri="{FF2B5EF4-FFF2-40B4-BE49-F238E27FC236}">
                    <a16:creationId xmlns:a16="http://schemas.microsoft.com/office/drawing/2014/main" id="{9E743FB4-4713-FAFE-5B3E-BB494D88278E}"/>
                  </a:ext>
                </a:extLst>
              </p14:cNvPr>
              <p14:cNvContentPartPr/>
              <p14:nvPr/>
            </p14:nvContentPartPr>
            <p14:xfrm>
              <a:off x="2686458" y="5353801"/>
              <a:ext cx="2720520" cy="801360"/>
            </p14:xfrm>
          </p:contentPart>
        </mc:Choice>
        <mc:Fallback>
          <p:pic>
            <p:nvPicPr>
              <p:cNvPr id="85" name="잉크 84">
                <a:extLst>
                  <a:ext uri="{FF2B5EF4-FFF2-40B4-BE49-F238E27FC236}">
                    <a16:creationId xmlns:a16="http://schemas.microsoft.com/office/drawing/2014/main" id="{9E743FB4-4713-FAFE-5B3E-BB494D88278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680338" y="5347681"/>
                <a:ext cx="2732760" cy="813600"/>
              </a:xfrm>
              <a:prstGeom prst="rect">
                <a:avLst/>
              </a:prstGeom>
            </p:spPr>
          </p:pic>
        </mc:Fallback>
      </mc:AlternateContent>
      <p:sp>
        <p:nvSpPr>
          <p:cNvPr id="91" name="TextBox 90">
            <a:extLst>
              <a:ext uri="{FF2B5EF4-FFF2-40B4-BE49-F238E27FC236}">
                <a16:creationId xmlns:a16="http://schemas.microsoft.com/office/drawing/2014/main" id="{20D01964-7B94-9DED-1EAD-6BF342A2A1A9}"/>
              </a:ext>
            </a:extLst>
          </p:cNvPr>
          <p:cNvSpPr txBox="1"/>
          <p:nvPr/>
        </p:nvSpPr>
        <p:spPr>
          <a:xfrm>
            <a:off x="2487672" y="6492875"/>
            <a:ext cx="7216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dirty="0"/>
              <a:t>따라서 </a:t>
            </a:r>
            <a:r>
              <a:rPr kumimoji="1" lang="en-US" altLang="ko-KR" sz="1400" b="1" dirty="0"/>
              <a:t>ARR</a:t>
            </a:r>
            <a:r>
              <a:rPr kumimoji="1" lang="ko-KR" altLang="en-US" sz="1400" b="1" dirty="0"/>
              <a:t> </a:t>
            </a:r>
            <a:r>
              <a:rPr kumimoji="1" lang="en-US" altLang="ko-KR" sz="1400" b="1" dirty="0"/>
              <a:t>or</a:t>
            </a:r>
            <a:r>
              <a:rPr kumimoji="1" lang="ko-KR" altLang="en-US" sz="1400" b="1" dirty="0"/>
              <a:t> </a:t>
            </a:r>
            <a:r>
              <a:rPr kumimoji="1" lang="en-US" altLang="ko-KR" sz="1400" b="1" dirty="0" err="1"/>
              <a:t>Prescaler</a:t>
            </a:r>
            <a:r>
              <a:rPr kumimoji="1" lang="ko-KR" altLang="en-US" sz="1400" b="1" dirty="0" err="1"/>
              <a:t>를</a:t>
            </a:r>
            <a:r>
              <a:rPr kumimoji="1" lang="ko-KR" altLang="en-US" sz="1400" b="1" dirty="0"/>
              <a:t> 바꾸면 주기가 변하고 </a:t>
            </a:r>
            <a:r>
              <a:rPr kumimoji="1" lang="en-US" altLang="ko-KR" sz="1400" b="1" dirty="0"/>
              <a:t>CCR</a:t>
            </a:r>
            <a:r>
              <a:rPr kumimoji="1" lang="ko-KR" altLang="en-US" sz="1400" b="1" dirty="0"/>
              <a:t>값을 바꾸면 </a:t>
            </a:r>
            <a:r>
              <a:rPr kumimoji="1" lang="en-US" altLang="ko-KR" sz="1400" b="1" dirty="0"/>
              <a:t>Duty</a:t>
            </a:r>
            <a:r>
              <a:rPr kumimoji="1" lang="ko-KR" altLang="en-US" sz="1400" b="1" dirty="0"/>
              <a:t>가 변하게 된다</a:t>
            </a:r>
            <a:r>
              <a:rPr kumimoji="1" lang="en-US" altLang="ko-KR" sz="1400" b="1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5823F4-7242-FED8-0F4D-3BCDEC16965B}"/>
              </a:ext>
            </a:extLst>
          </p:cNvPr>
          <p:cNvSpPr txBox="1"/>
          <p:nvPr/>
        </p:nvSpPr>
        <p:spPr>
          <a:xfrm>
            <a:off x="7474162" y="3105834"/>
            <a:ext cx="36173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/>
              <a:t>CCR</a:t>
            </a:r>
            <a:r>
              <a:rPr kumimoji="1" lang="ko-KR" altLang="en-US" sz="1200" dirty="0"/>
              <a:t>은 </a:t>
            </a:r>
            <a:r>
              <a:rPr kumimoji="1" lang="en-US" altLang="ko-KR" sz="1200" dirty="0"/>
              <a:t>TIM</a:t>
            </a:r>
            <a:r>
              <a:rPr kumimoji="1" lang="ko-KR" altLang="en-US" sz="1200" dirty="0"/>
              <a:t>당 </a:t>
            </a:r>
            <a:r>
              <a:rPr kumimoji="1" lang="en-US" altLang="ko-KR" sz="1200" dirty="0"/>
              <a:t>4</a:t>
            </a:r>
            <a:r>
              <a:rPr kumimoji="1" lang="ko-KR" altLang="en-US" sz="1200" dirty="0"/>
              <a:t>개가 있어</a:t>
            </a:r>
            <a:r>
              <a:rPr kumimoji="1" lang="en-US" altLang="ko-KR" sz="1200" dirty="0"/>
              <a:t> </a:t>
            </a:r>
            <a:r>
              <a:rPr kumimoji="1" lang="ko-KR" altLang="en-US" sz="1200" dirty="0"/>
              <a:t>서로 다른 </a:t>
            </a:r>
            <a:r>
              <a:rPr kumimoji="1" lang="en-US" altLang="ko-KR" sz="1200" dirty="0"/>
              <a:t>Duty</a:t>
            </a:r>
            <a:r>
              <a:rPr kumimoji="1" lang="ko-KR" altLang="en-US" sz="1200" dirty="0" err="1"/>
              <a:t>를</a:t>
            </a:r>
            <a:r>
              <a:rPr kumimoji="1" lang="ko-KR" altLang="en-US" sz="1200" dirty="0"/>
              <a:t> 가지는</a:t>
            </a:r>
            <a:endParaRPr kumimoji="1" lang="en-US" altLang="ko-KR" sz="1200" dirty="0"/>
          </a:p>
          <a:p>
            <a:r>
              <a:rPr kumimoji="1" lang="en-US" altLang="ko-KR" sz="1200" dirty="0"/>
              <a:t>PWM 4</a:t>
            </a:r>
            <a:r>
              <a:rPr kumimoji="1" lang="ko-KR" altLang="en-US" sz="1200" dirty="0"/>
              <a:t>개를 만들 수 있다</a:t>
            </a:r>
            <a:r>
              <a:rPr kumimoji="1" lang="en-US" altLang="ko-KR" sz="1200" dirty="0"/>
              <a:t>.</a:t>
            </a:r>
          </a:p>
          <a:p>
            <a:endParaRPr kumimoji="1" lang="en-US" altLang="ko-KR" sz="1200" dirty="0"/>
          </a:p>
          <a:p>
            <a:r>
              <a:rPr kumimoji="1" lang="en-US" altLang="ko-KR" sz="1200" dirty="0"/>
              <a:t>CCR</a:t>
            </a:r>
            <a:r>
              <a:rPr kumimoji="1" lang="ko-KR" altLang="en-US" sz="1200" dirty="0"/>
              <a:t>의 범위는 결국 </a:t>
            </a:r>
            <a:r>
              <a:rPr kumimoji="1" lang="en-US" altLang="ko-KR" sz="1200" dirty="0"/>
              <a:t>ARR</a:t>
            </a:r>
            <a:r>
              <a:rPr kumimoji="1" lang="ko-KR" altLang="en-US" sz="1200" dirty="0"/>
              <a:t>의 범위이므로 </a:t>
            </a:r>
            <a:r>
              <a:rPr kumimoji="1" lang="en-US" altLang="ko-KR" sz="1200" dirty="0"/>
              <a:t>ARR</a:t>
            </a:r>
            <a:r>
              <a:rPr kumimoji="1" lang="ko-KR" altLang="en-US" sz="1200" dirty="0"/>
              <a:t>을</a:t>
            </a:r>
            <a:endParaRPr kumimoji="1" lang="en-US" altLang="ko-KR" sz="1200" dirty="0"/>
          </a:p>
          <a:p>
            <a:r>
              <a:rPr kumimoji="1" lang="ko-KR" altLang="en-US" sz="1200" dirty="0"/>
              <a:t>높게 설정할수록 </a:t>
            </a:r>
            <a:r>
              <a:rPr kumimoji="1" lang="en-US" altLang="ko-KR" sz="1200" dirty="0"/>
              <a:t>Duty</a:t>
            </a:r>
            <a:r>
              <a:rPr kumimoji="1" lang="ko-KR" altLang="en-US" sz="1200" dirty="0"/>
              <a:t> 해상도가 좋아지게 된다</a:t>
            </a:r>
            <a:r>
              <a:rPr kumimoji="1" lang="en-US" altLang="ko-KR" sz="1200" dirty="0"/>
              <a:t>.</a:t>
            </a:r>
          </a:p>
          <a:p>
            <a:endParaRPr kumimoji="1"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86301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42FA5-DF9D-4356-0255-764D666BE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9CD41-46D5-A272-AA65-0DECCF183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STM32F405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-3</a:t>
            </a:r>
            <a:r>
              <a:rPr lang="ko-KR" altLang="en-US" sz="2800" dirty="0"/>
              <a:t> </a:t>
            </a:r>
            <a:r>
              <a:rPr lang="en-US" altLang="ko-KR" sz="2800" dirty="0"/>
              <a:t>PWM </a:t>
            </a:r>
            <a:r>
              <a:rPr lang="ko-KR" altLang="en-US" sz="2800" dirty="0"/>
              <a:t>주기 계산법 </a:t>
            </a:r>
            <a:r>
              <a:rPr lang="en-US" altLang="ko-KR" sz="2800" dirty="0"/>
              <a:t>#1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BD371E5-519B-1F84-8A7A-5E4695300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645862"/>
            <a:ext cx="4864100" cy="965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2EE0B0-6CE5-24F1-39F6-B1EA27774C67}"/>
              </a:ext>
            </a:extLst>
          </p:cNvPr>
          <p:cNvSpPr txBox="1"/>
          <p:nvPr/>
        </p:nvSpPr>
        <p:spPr>
          <a:xfrm>
            <a:off x="5646260" y="2943796"/>
            <a:ext cx="4559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PWM</a:t>
            </a:r>
            <a:r>
              <a:rPr kumimoji="1" lang="ko-KR" altLang="en-US" dirty="0"/>
              <a:t> 주기는 이와 같은 공식으로 계산한다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596C94E-C22F-C09D-E2DC-CE2B47CF5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52" y="4805363"/>
            <a:ext cx="5943600" cy="749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DB86F7-E01C-F9FB-A624-60D75E9FB321}"/>
              </a:ext>
            </a:extLst>
          </p:cNvPr>
          <p:cNvSpPr txBox="1"/>
          <p:nvPr/>
        </p:nvSpPr>
        <p:spPr>
          <a:xfrm>
            <a:off x="6592632" y="4805363"/>
            <a:ext cx="50543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예시</a:t>
            </a:r>
            <a:endParaRPr kumimoji="1" lang="en-US" altLang="ko-KR" b="1" dirty="0"/>
          </a:p>
          <a:p>
            <a:r>
              <a:rPr kumimoji="1" lang="en-US" altLang="ko-KR" dirty="0"/>
              <a:t>CLK = 48Mhz,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Prescaler</a:t>
            </a:r>
            <a:r>
              <a:rPr kumimoji="1" lang="en-US" altLang="ko-KR" dirty="0"/>
              <a:t> = 47999, Period = 499</a:t>
            </a:r>
          </a:p>
          <a:p>
            <a:r>
              <a:rPr kumimoji="1" lang="ko-KR" altLang="en-US" dirty="0"/>
              <a:t>라면 해당 공식에 따라 </a:t>
            </a:r>
            <a:r>
              <a:rPr kumimoji="1" lang="en-US" altLang="ko-KR" dirty="0"/>
              <a:t>2Hz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PWM</a:t>
            </a:r>
            <a:r>
              <a:rPr kumimoji="1" lang="ko-KR" altLang="en-US" dirty="0"/>
              <a:t>이 생성된다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15E909-BD69-4637-BBAD-5D1A9038EBD8}"/>
              </a:ext>
            </a:extLst>
          </p:cNvPr>
          <p:cNvSpPr txBox="1"/>
          <p:nvPr/>
        </p:nvSpPr>
        <p:spPr>
          <a:xfrm>
            <a:off x="484552" y="3611062"/>
            <a:ext cx="50834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b="1" dirty="0"/>
              <a:t>* </a:t>
            </a:r>
            <a:r>
              <a:rPr kumimoji="1" lang="ko-KR" altLang="en-US" sz="1050" b="1" dirty="0"/>
              <a:t>이때 </a:t>
            </a:r>
            <a:r>
              <a:rPr kumimoji="1" lang="en-US" altLang="ko-KR" sz="1050" b="1" dirty="0"/>
              <a:t>APB1,</a:t>
            </a:r>
            <a:r>
              <a:rPr kumimoji="1" lang="ko-KR" altLang="en-US" sz="1050" b="1" dirty="0"/>
              <a:t> </a:t>
            </a:r>
            <a:r>
              <a:rPr kumimoji="1" lang="en-US" altLang="ko-KR" sz="1050" b="1" dirty="0"/>
              <a:t>2</a:t>
            </a:r>
            <a:r>
              <a:rPr kumimoji="1" lang="ko-KR" altLang="en-US" sz="1050" b="1" dirty="0"/>
              <a:t>중 어디에 연결되어 있는지에 따라 최대 </a:t>
            </a:r>
            <a:r>
              <a:rPr kumimoji="1" lang="en-US" altLang="ko-KR" sz="1050" b="1" dirty="0"/>
              <a:t>Timer CLK</a:t>
            </a:r>
            <a:r>
              <a:rPr kumimoji="1" lang="ko-KR" altLang="en-US" sz="1050" b="1" dirty="0"/>
              <a:t>는 바뀔 수 있다</a:t>
            </a:r>
            <a:r>
              <a:rPr kumimoji="1" lang="en-US" altLang="ko-KR" sz="1050" b="1" dirty="0"/>
              <a:t>.</a:t>
            </a:r>
            <a:endParaRPr kumimoji="1" lang="ko-KR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2456884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64803-A5CE-D7B9-DBCB-9EAF4B5F3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DBCFBE-DFD8-D367-5E90-86ECFCBCC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STM32F405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-3</a:t>
            </a:r>
            <a:r>
              <a:rPr lang="ko-KR" altLang="en-US" sz="2800" dirty="0"/>
              <a:t> </a:t>
            </a:r>
            <a:r>
              <a:rPr lang="en-US" altLang="ko-KR" sz="2800" dirty="0"/>
              <a:t>PWM </a:t>
            </a:r>
            <a:r>
              <a:rPr lang="ko-KR" altLang="en-US" sz="2800" dirty="0"/>
              <a:t>주기 계산법 </a:t>
            </a:r>
            <a:r>
              <a:rPr lang="en-US" altLang="ko-KR" sz="2800" dirty="0"/>
              <a:t>#2</a:t>
            </a:r>
            <a:endParaRPr lang="ko-KR" altLang="en-US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DAE5F5-46DD-1BCA-CE5E-131E16102C4A}"/>
              </a:ext>
            </a:extLst>
          </p:cNvPr>
          <p:cNvSpPr txBox="1"/>
          <p:nvPr/>
        </p:nvSpPr>
        <p:spPr>
          <a:xfrm>
            <a:off x="2332790" y="2847109"/>
            <a:ext cx="752641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예시</a:t>
            </a:r>
            <a:endParaRPr kumimoji="1" lang="en-US" altLang="ko-KR" b="1" dirty="0"/>
          </a:p>
          <a:p>
            <a:r>
              <a:rPr kumimoji="1" lang="en-US" altLang="ko-KR" dirty="0"/>
              <a:t>CLK = 84Mhz</a:t>
            </a:r>
            <a:r>
              <a:rPr kumimoji="1" lang="ko-KR" altLang="en-US" dirty="0"/>
              <a:t>이고 </a:t>
            </a:r>
            <a:r>
              <a:rPr kumimoji="1" lang="en-US" altLang="ko-KR" dirty="0"/>
              <a:t>f = 50Hz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만들어야 한다면</a:t>
            </a:r>
            <a:r>
              <a:rPr kumimoji="1" lang="en-US" altLang="ko-KR" dirty="0"/>
              <a:t>?</a:t>
            </a:r>
          </a:p>
          <a:p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en-US" altLang="ko-KR" dirty="0"/>
              <a:t>PSC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먼저 구해 타이머 증가 속도를 </a:t>
            </a:r>
            <a:r>
              <a:rPr kumimoji="1" lang="en-US" altLang="ko-KR" dirty="0"/>
              <a:t>1MHz</a:t>
            </a:r>
            <a:r>
              <a:rPr kumimoji="1" lang="ko-KR" altLang="en-US" dirty="0"/>
              <a:t>정도로 맞춘다</a:t>
            </a:r>
            <a:r>
              <a:rPr kumimoji="1" lang="en-US" altLang="ko-KR" dirty="0"/>
              <a:t>(PSC = 83).</a:t>
            </a:r>
          </a:p>
          <a:p>
            <a:pPr marL="342900" indent="-342900">
              <a:buAutoNum type="arabicPeriod"/>
            </a:pPr>
            <a:r>
              <a:rPr kumimoji="1" lang="en-US" altLang="ko-KR" dirty="0"/>
              <a:t>ARR</a:t>
            </a:r>
            <a:r>
              <a:rPr kumimoji="1" lang="ko-KR" altLang="en-US" dirty="0"/>
              <a:t>을 통해 원하는 주기를 맞춘다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r>
              <a:rPr kumimoji="1" lang="en-US" altLang="ko-KR" dirty="0"/>
              <a:t>PSC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83</a:t>
            </a:r>
            <a:r>
              <a:rPr kumimoji="1" lang="ko-KR" altLang="en-US" dirty="0"/>
              <a:t>이므로 </a:t>
            </a:r>
            <a:r>
              <a:rPr kumimoji="1" lang="en-US" altLang="ko-KR" dirty="0"/>
              <a:t>TCNT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1MHz</a:t>
            </a:r>
            <a:r>
              <a:rPr kumimoji="1" lang="ko-KR" altLang="en-US" dirty="0"/>
              <a:t> 마다 증가 하므로</a:t>
            </a:r>
            <a:br>
              <a:rPr kumimoji="1" lang="en-US" altLang="ko-KR" dirty="0"/>
            </a:br>
            <a:r>
              <a:rPr kumimoji="1" lang="en-US" altLang="ko-KR" dirty="0"/>
              <a:t>50Hz -&gt; 20ms -&gt; 20,000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1</a:t>
            </a:r>
            <a:r>
              <a:rPr kumimoji="1" lang="ko-KR" altLang="en-US" dirty="0"/>
              <a:t> </a:t>
            </a:r>
            <a:r>
              <a:rPr kumimoji="1" lang="en-US" altLang="ko-KR" dirty="0"/>
              <a:t>ARR = 19999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ED6F528-72FC-FF40-4FFD-2A659EAFA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344" y="5381603"/>
            <a:ext cx="7805312" cy="87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98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E37CA-A542-580E-5195-3E06FAC85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B99514-1CBA-95CB-A4CC-456FF09E9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PWM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-4</a:t>
            </a:r>
            <a:r>
              <a:rPr lang="ko-KR" altLang="en-US" sz="2800" dirty="0"/>
              <a:t> </a:t>
            </a:r>
            <a:r>
              <a:rPr lang="en-US" altLang="ko-KR" sz="2800" dirty="0"/>
              <a:t>PWM</a:t>
            </a:r>
            <a:r>
              <a:rPr lang="ko-KR" altLang="en-US" sz="2800" dirty="0"/>
              <a:t> </a:t>
            </a:r>
            <a:r>
              <a:rPr lang="en-US" altLang="ko-KR" sz="2800" dirty="0"/>
              <a:t>Duty</a:t>
            </a:r>
            <a:r>
              <a:rPr lang="ko-KR" altLang="en-US" sz="2800" dirty="0"/>
              <a:t>비 계산방법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74C712B-F8F5-B9C9-5B1B-F8A9C0CE6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229" y="3429000"/>
            <a:ext cx="4445541" cy="14606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BC2C35-9050-C5E2-5957-C4E06A0764BC}"/>
              </a:ext>
            </a:extLst>
          </p:cNvPr>
          <p:cNvSpPr txBox="1"/>
          <p:nvPr/>
        </p:nvSpPr>
        <p:spPr>
          <a:xfrm>
            <a:off x="1952686" y="5767754"/>
            <a:ext cx="8517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결국 전체 주기</a:t>
            </a:r>
            <a:r>
              <a:rPr kumimoji="1" lang="en-US" altLang="ko-KR" dirty="0"/>
              <a:t>(ARR)</a:t>
            </a:r>
            <a:r>
              <a:rPr kumimoji="1" lang="ko-KR" altLang="en-US" dirty="0"/>
              <a:t> 중에서 얼마만큼</a:t>
            </a:r>
            <a:r>
              <a:rPr kumimoji="1" lang="en-US" altLang="ko-KR" dirty="0"/>
              <a:t>(CCR) </a:t>
            </a:r>
            <a:r>
              <a:rPr kumimoji="1" lang="ko-KR" altLang="en-US" dirty="0"/>
              <a:t>켜져 있을 것인가</a:t>
            </a:r>
            <a:r>
              <a:rPr kumimoji="1" lang="en-US" altLang="ko-KR" dirty="0"/>
              <a:t>?</a:t>
            </a:r>
            <a:r>
              <a:rPr kumimoji="1" lang="ko-KR" altLang="en-US" dirty="0"/>
              <a:t> 의 비율로 계산된다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4115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57848-D122-DDD9-22FC-BB35071CA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56C3B6-979F-7136-DA59-11BE0FC3C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PWM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-5</a:t>
            </a:r>
            <a:r>
              <a:rPr lang="ko-KR" altLang="en-US" sz="2800" dirty="0"/>
              <a:t> </a:t>
            </a:r>
            <a:r>
              <a:rPr lang="en-US" altLang="ko-KR" sz="2800" dirty="0"/>
              <a:t>SG90</a:t>
            </a:r>
            <a:endParaRPr lang="ko-KR" alt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065C04-81FE-0322-7C1D-9BA125538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690" y="2667390"/>
            <a:ext cx="6454620" cy="393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00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4C2FC-8DE3-EDFF-0C9B-946E8E78B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5FC3DD-E276-3521-C4E6-D75CA4064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ARM Training Kit v2.0 sch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-1</a:t>
            </a:r>
            <a:r>
              <a:rPr lang="ko-KR" altLang="en-US" sz="2800" dirty="0"/>
              <a:t> </a:t>
            </a:r>
            <a:r>
              <a:rPr lang="en-US" altLang="ko-KR" sz="2800" dirty="0"/>
              <a:t>Buzzer &amp; </a:t>
            </a:r>
            <a:r>
              <a:rPr lang="en-US" altLang="ko-KR" sz="2800" dirty="0" err="1"/>
              <a:t>ServoMotor</a:t>
            </a:r>
            <a:r>
              <a:rPr lang="en-US" altLang="ko-KR" sz="2800" dirty="0"/>
              <a:t>(SG90)</a:t>
            </a:r>
            <a:endParaRPr lang="ko-KR" altLang="en-US" dirty="0">
              <a:latin typeface="+mn-lt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444D048-9397-6E4B-4011-B389F36C062E}"/>
              </a:ext>
            </a:extLst>
          </p:cNvPr>
          <p:cNvGrpSpPr/>
          <p:nvPr/>
        </p:nvGrpSpPr>
        <p:grpSpPr>
          <a:xfrm>
            <a:off x="1188561" y="3531602"/>
            <a:ext cx="9814878" cy="1607442"/>
            <a:chOff x="1468049" y="3883295"/>
            <a:chExt cx="9814878" cy="1607442"/>
          </a:xfrm>
        </p:grpSpPr>
        <p:pic>
          <p:nvPicPr>
            <p:cNvPr id="6" name="그림 5" descr="텍스트, 도표, 폰트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F94CEF8-E3F1-2B12-5C38-28B7A6D6C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02572" y="3883295"/>
              <a:ext cx="5080355" cy="1607442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AB1F16F-68F1-6152-BCA7-4AA55C718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8049" y="3887909"/>
              <a:ext cx="3736998" cy="1602828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8042449-8FA4-D415-6FB1-F22F2120A100}"/>
              </a:ext>
            </a:extLst>
          </p:cNvPr>
          <p:cNvSpPr txBox="1"/>
          <p:nvPr/>
        </p:nvSpPr>
        <p:spPr>
          <a:xfrm>
            <a:off x="2347571" y="5614288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Buzzer: PE9</a:t>
            </a:r>
            <a:endParaRPr kumimoji="1"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79A270-1789-83C4-C328-8A0263F1EAE2}"/>
              </a:ext>
            </a:extLst>
          </p:cNvPr>
          <p:cNvSpPr txBox="1"/>
          <p:nvPr/>
        </p:nvSpPr>
        <p:spPr>
          <a:xfrm>
            <a:off x="7800259" y="5614288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Servo: PB3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7091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A94D4-E1A7-427A-22F9-35079CA8F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E1BC2-4475-531B-9E5D-919319A6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</a:t>
            </a:r>
            <a:r>
              <a:rPr lang="en-US" altLang="ko-KR" dirty="0"/>
              <a:t>STM32CubeIDE</a:t>
            </a:r>
            <a:r>
              <a:rPr lang="ko-KR" altLang="en-US" dirty="0"/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 STM32CubeMX</a:t>
            </a:r>
            <a:r>
              <a:rPr lang="ko-KR" altLang="en-US" sz="2800" dirty="0"/>
              <a:t> 실행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19B332-6C08-0F8E-CE8D-02C5D032A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27" y="2845509"/>
            <a:ext cx="5706036" cy="3192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89F05D-B56E-2AD6-B6D2-AE7CD74F4152}"/>
              </a:ext>
            </a:extLst>
          </p:cNvPr>
          <p:cNvSpPr txBox="1"/>
          <p:nvPr/>
        </p:nvSpPr>
        <p:spPr>
          <a:xfrm>
            <a:off x="2164102" y="6298489"/>
            <a:ext cx="2013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/>
              <a:t>1. File -&gt; New Project </a:t>
            </a:r>
            <a:r>
              <a:rPr kumimoji="1" lang="ko-KR" altLang="en-US" sz="1200" dirty="0"/>
              <a:t>클릭</a:t>
            </a:r>
          </a:p>
        </p:txBody>
      </p:sp>
      <p:pic>
        <p:nvPicPr>
          <p:cNvPr id="10" name="그림 9" descr="텍스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783756-1FC5-0468-F4F1-37FF35C42C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124" y="3601071"/>
            <a:ext cx="4781550" cy="16870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5BE009-E960-A0AF-B124-3300E1882B0A}"/>
              </a:ext>
            </a:extLst>
          </p:cNvPr>
          <p:cNvSpPr txBox="1"/>
          <p:nvPr/>
        </p:nvSpPr>
        <p:spPr>
          <a:xfrm>
            <a:off x="7036246" y="6206155"/>
            <a:ext cx="3925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/>
              <a:t>2. </a:t>
            </a:r>
            <a:r>
              <a:rPr kumimoji="1" lang="ko-KR" altLang="en-US" sz="1200" dirty="0"/>
              <a:t>그 후 모든 설정은 기존과 동일하며</a:t>
            </a:r>
            <a:r>
              <a:rPr kumimoji="1" lang="en-US" altLang="ko-KR" sz="1200" dirty="0"/>
              <a:t>, </a:t>
            </a:r>
          </a:p>
          <a:p>
            <a:r>
              <a:rPr kumimoji="1" lang="en-US" altLang="ko-KR" sz="1200" dirty="0"/>
              <a:t>Project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Settings</a:t>
            </a:r>
            <a:r>
              <a:rPr kumimoji="1" lang="ko-KR" altLang="en-US" sz="1200" dirty="0"/>
              <a:t>탭에서 경로와 프로젝트 이름을 넣는다</a:t>
            </a:r>
            <a:r>
              <a:rPr kumimoji="1" lang="en-US" altLang="ko-KR" sz="1200" dirty="0"/>
              <a:t>.</a:t>
            </a:r>
            <a:endParaRPr kumimoji="1"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D59591-7A81-2E43-72BF-F383F7D5FF37}"/>
              </a:ext>
            </a:extLst>
          </p:cNvPr>
          <p:cNvSpPr txBox="1"/>
          <p:nvPr/>
        </p:nvSpPr>
        <p:spPr>
          <a:xfrm>
            <a:off x="6608124" y="5288129"/>
            <a:ext cx="31309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900" b="1" dirty="0"/>
              <a:t>*이때 </a:t>
            </a:r>
            <a:r>
              <a:rPr kumimoji="1" lang="en-US" altLang="ko-KR" sz="900" b="1" dirty="0"/>
              <a:t>Toolchain / IDE</a:t>
            </a:r>
            <a:r>
              <a:rPr kumimoji="1" lang="ko-KR" altLang="en-US" sz="900" b="1" dirty="0"/>
              <a:t>는 반드시 </a:t>
            </a:r>
            <a:r>
              <a:rPr kumimoji="1" lang="en-US" altLang="ko-KR" sz="900" b="1" dirty="0"/>
              <a:t>STM32CubeIDE</a:t>
            </a:r>
            <a:r>
              <a:rPr kumimoji="1" lang="ko-KR" altLang="en-US" sz="900" b="1" dirty="0"/>
              <a:t>로 설정</a:t>
            </a:r>
          </a:p>
        </p:txBody>
      </p:sp>
    </p:spTree>
    <p:extLst>
      <p:ext uri="{BB962C8B-B14F-4D97-AF65-F5344CB8AC3E}">
        <p14:creationId xmlns:p14="http://schemas.microsoft.com/office/powerpoint/2010/main" val="3597007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A94D4-E1A7-427A-22F9-35079CA8F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E1BC2-4475-531B-9E5D-919319A6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-2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#1</a:t>
            </a:r>
            <a:endParaRPr lang="ko-KR" altLang="en-US" dirty="0">
              <a:latin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3CB561-7C57-9FB1-8A20-C3724DE4C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72" y="3970264"/>
            <a:ext cx="2667000" cy="1206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77B53E-2869-892E-E178-F2F94B2A892A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E3DF6B-B75E-C6FD-0E31-EEA549279F83}"/>
              </a:ext>
            </a:extLst>
          </p:cNvPr>
          <p:cNvSpPr txBox="1"/>
          <p:nvPr/>
        </p:nvSpPr>
        <p:spPr>
          <a:xfrm>
            <a:off x="782396" y="5456122"/>
            <a:ext cx="2391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프로젝트 파일 복사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5F470F0-7C55-97BE-6B65-34FF37711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499" y="4014714"/>
            <a:ext cx="2324100" cy="1117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466228-78D1-8407-14CE-AD1AF3DE9338}"/>
              </a:ext>
            </a:extLst>
          </p:cNvPr>
          <p:cNvSpPr txBox="1"/>
          <p:nvPr/>
        </p:nvSpPr>
        <p:spPr>
          <a:xfrm>
            <a:off x="4675459" y="5456122"/>
            <a:ext cx="1872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2. </a:t>
            </a:r>
            <a:r>
              <a:rPr kumimoji="1" lang="ko-KR" altLang="en-US" dirty="0"/>
              <a:t>폴더이름 변경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50B097B-73A5-4091-5104-676412FAC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537" y="3176514"/>
            <a:ext cx="4533900" cy="2794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26C500C-4B85-9EAD-5970-F0C51656DCE0}"/>
              </a:ext>
            </a:extLst>
          </p:cNvPr>
          <p:cNvSpPr txBox="1"/>
          <p:nvPr/>
        </p:nvSpPr>
        <p:spPr>
          <a:xfrm>
            <a:off x="7615973" y="6123543"/>
            <a:ext cx="4033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ioc</a:t>
            </a:r>
            <a:r>
              <a:rPr kumimoji="1" lang="ko-KR" altLang="en-US" dirty="0"/>
              <a:t> 파일을 변경된 이름에 맞춰 변경</a:t>
            </a:r>
          </a:p>
        </p:txBody>
      </p:sp>
    </p:spTree>
    <p:extLst>
      <p:ext uri="{BB962C8B-B14F-4D97-AF65-F5344CB8AC3E}">
        <p14:creationId xmlns:p14="http://schemas.microsoft.com/office/powerpoint/2010/main" val="3464302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784C1-9219-A67E-8450-689F8F0E0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F3DF9-C0F3-0965-F78A-022267A89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-2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#2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C90DA-D4F8-49E5-73F2-427EDD1B3502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29710D-6AF3-95FA-7F4E-3A30F5BA5201}"/>
              </a:ext>
            </a:extLst>
          </p:cNvPr>
          <p:cNvSpPr txBox="1"/>
          <p:nvPr/>
        </p:nvSpPr>
        <p:spPr>
          <a:xfrm>
            <a:off x="472542" y="5938877"/>
            <a:ext cx="4504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4.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Debug.launch</a:t>
            </a:r>
            <a:r>
              <a:rPr kumimoji="1" lang="ko-KR" altLang="en-US" dirty="0"/>
              <a:t> 파일과 </a:t>
            </a:r>
            <a:r>
              <a:rPr kumimoji="1" lang="en-US" altLang="ko-KR" dirty="0"/>
              <a:t>Debug </a:t>
            </a:r>
            <a:r>
              <a:rPr kumimoji="1" lang="ko-KR" altLang="en-US" dirty="0"/>
              <a:t>폴더 삭제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632F9-F3EB-3EE7-972A-3933406A11F6}"/>
              </a:ext>
            </a:extLst>
          </p:cNvPr>
          <p:cNvSpPr txBox="1"/>
          <p:nvPr/>
        </p:nvSpPr>
        <p:spPr>
          <a:xfrm>
            <a:off x="6060319" y="5792058"/>
            <a:ext cx="5108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5.</a:t>
            </a:r>
            <a:r>
              <a:rPr kumimoji="1" lang="ko-KR" altLang="en-US" dirty="0"/>
              <a:t> </a:t>
            </a:r>
            <a:r>
              <a:rPr kumimoji="1" lang="en-US" altLang="ko-KR" dirty="0"/>
              <a:t>STM32CubeIDE</a:t>
            </a:r>
            <a:r>
              <a:rPr kumimoji="1" lang="ko-KR" altLang="en-US" dirty="0"/>
              <a:t> 실행</a:t>
            </a:r>
            <a:endParaRPr kumimoji="1" lang="en-US" altLang="ko-KR" dirty="0"/>
          </a:p>
          <a:p>
            <a:r>
              <a:rPr kumimoji="1" lang="ko-KR" altLang="en-US" dirty="0"/>
              <a:t>*이때 워크스페이스는 프로젝트 </a:t>
            </a:r>
            <a:r>
              <a:rPr kumimoji="1" lang="en-US" altLang="ko-KR" dirty="0"/>
              <a:t>root </a:t>
            </a:r>
            <a:r>
              <a:rPr kumimoji="1" lang="ko-KR" altLang="en-US" dirty="0" err="1"/>
              <a:t>경로여야함</a:t>
            </a:r>
            <a:endParaRPr kumimoji="1" lang="ko-KR" altLang="en-US" dirty="0"/>
          </a:p>
        </p:txBody>
      </p:sp>
      <p:pic>
        <p:nvPicPr>
          <p:cNvPr id="7" name="그림 6" descr="텍스트, 스크린샷, 전자제품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6D4538-96BD-0DB7-85AA-49D94EA4C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52" y="3017235"/>
            <a:ext cx="4572000" cy="27813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9252DE3-F0D4-9257-9A22-84C82CC05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284" y="3573287"/>
            <a:ext cx="3886200" cy="158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02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2DA43-435D-0DBB-29EC-78C48A04B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83B1BB-1A82-203C-E27A-8A9678C5A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-2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#3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8C14D1-298F-249E-B3B8-90F6470739AC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9B58F-5E07-05B3-A776-6221332B2B11}"/>
              </a:ext>
            </a:extLst>
          </p:cNvPr>
          <p:cNvSpPr txBox="1"/>
          <p:nvPr/>
        </p:nvSpPr>
        <p:spPr>
          <a:xfrm>
            <a:off x="806247" y="5792058"/>
            <a:ext cx="3834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6.</a:t>
            </a:r>
            <a:r>
              <a:rPr kumimoji="1" lang="ko-KR" altLang="en-US" dirty="0"/>
              <a:t> 이전에 </a:t>
            </a:r>
            <a:r>
              <a:rPr kumimoji="1" lang="ko-KR" altLang="en-US" dirty="0" err="1"/>
              <a:t>열려있던</a:t>
            </a:r>
            <a:r>
              <a:rPr kumimoji="1" lang="ko-KR" altLang="en-US" dirty="0"/>
              <a:t> 프로젝트들 삭제</a:t>
            </a:r>
          </a:p>
        </p:txBody>
      </p:sp>
      <p:pic>
        <p:nvPicPr>
          <p:cNvPr id="4" name="그림 3" descr="텍스트, 소프트웨어, 멀티미디어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97F45E-D824-60A8-9136-1F9C8A134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08" y="3449506"/>
            <a:ext cx="4102100" cy="18288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630C58B-A99E-3ED5-1971-CE78B531A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444" y="3576506"/>
            <a:ext cx="3721100" cy="1701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3752F2-368E-1FCD-30DA-FB2B06619414}"/>
              </a:ext>
            </a:extLst>
          </p:cNvPr>
          <p:cNvSpPr txBox="1"/>
          <p:nvPr/>
        </p:nvSpPr>
        <p:spPr>
          <a:xfrm>
            <a:off x="6566452" y="5653558"/>
            <a:ext cx="4473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7.</a:t>
            </a:r>
            <a:r>
              <a:rPr kumimoji="1" lang="ko-KR" altLang="en-US" dirty="0"/>
              <a:t> </a:t>
            </a:r>
            <a:r>
              <a:rPr kumimoji="1" lang="en-US" altLang="ko-KR" dirty="0"/>
              <a:t>OK</a:t>
            </a:r>
            <a:r>
              <a:rPr kumimoji="1" lang="ko-KR" altLang="en-US" dirty="0"/>
              <a:t> 버튼 클릭</a:t>
            </a:r>
            <a:endParaRPr kumimoji="1" lang="en-US" altLang="ko-KR" dirty="0"/>
          </a:p>
          <a:p>
            <a:r>
              <a:rPr kumimoji="1" lang="ko-KR" altLang="en-US" dirty="0"/>
              <a:t>*이때 완전히 </a:t>
            </a:r>
            <a:r>
              <a:rPr kumimoji="1" lang="ko-KR" altLang="en-US" dirty="0" err="1"/>
              <a:t>삭제할꺼</a:t>
            </a:r>
            <a:r>
              <a:rPr kumimoji="1" lang="ko-KR" altLang="en-US" dirty="0"/>
              <a:t> 아니면 옵션 체크 </a:t>
            </a:r>
            <a:r>
              <a:rPr kumimoji="1" lang="en-US" altLang="ko-KR" dirty="0"/>
              <a:t>X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3394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99EED-11FF-1476-41B9-7AF561EE9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0C121-93B7-028D-930C-B51B886C5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-2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#4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DAE6DB-16F7-28E1-6FCE-3B21D72FD422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C128E-4B17-3275-91EA-1FDB36CD9BA7}"/>
              </a:ext>
            </a:extLst>
          </p:cNvPr>
          <p:cNvSpPr txBox="1"/>
          <p:nvPr/>
        </p:nvSpPr>
        <p:spPr>
          <a:xfrm>
            <a:off x="697246" y="5653558"/>
            <a:ext cx="2557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8.</a:t>
            </a:r>
            <a:r>
              <a:rPr kumimoji="1" lang="ko-KR" altLang="en-US" dirty="0"/>
              <a:t> </a:t>
            </a:r>
            <a:r>
              <a:rPr kumimoji="1" lang="en-US" altLang="ko-KR" dirty="0"/>
              <a:t>Import projects</a:t>
            </a:r>
            <a:r>
              <a:rPr kumimoji="1" lang="ko-KR" altLang="en-US" dirty="0"/>
              <a:t> 클릭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1A8C21-F6C4-461B-16B8-38FF504D9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9" y="3944806"/>
            <a:ext cx="3302000" cy="1333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4475CF1-7F2C-3414-3243-EA9D91851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956" y="3677721"/>
            <a:ext cx="2049985" cy="18830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3006B9-BDF8-4D09-9882-2F0E4CB1CF11}"/>
              </a:ext>
            </a:extLst>
          </p:cNvPr>
          <p:cNvSpPr txBox="1"/>
          <p:nvPr/>
        </p:nvSpPr>
        <p:spPr>
          <a:xfrm>
            <a:off x="4387070" y="5659614"/>
            <a:ext cx="3769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9.</a:t>
            </a:r>
            <a:r>
              <a:rPr kumimoji="1" lang="ko-KR" altLang="en-US" dirty="0"/>
              <a:t> </a:t>
            </a:r>
            <a:r>
              <a:rPr kumimoji="1" lang="en-US" altLang="ko-KR" dirty="0"/>
              <a:t>Existing Projects.. </a:t>
            </a:r>
            <a:r>
              <a:rPr kumimoji="1" lang="ko-KR" altLang="en-US" dirty="0"/>
              <a:t>옵션 선택</a:t>
            </a:r>
            <a:r>
              <a:rPr kumimoji="1" lang="en-US" altLang="ko-KR" dirty="0"/>
              <a:t> </a:t>
            </a:r>
            <a:r>
              <a:rPr kumimoji="1" lang="ko-KR" altLang="en-US" dirty="0"/>
              <a:t>후</a:t>
            </a:r>
            <a:endParaRPr kumimoji="1" lang="en-US" altLang="ko-KR" dirty="0"/>
          </a:p>
          <a:p>
            <a:r>
              <a:rPr kumimoji="1" lang="ko-KR" altLang="en-US" dirty="0"/>
              <a:t>프로젝트 </a:t>
            </a:r>
            <a:r>
              <a:rPr kumimoji="1" lang="en-US" altLang="ko-KR" dirty="0"/>
              <a:t>root </a:t>
            </a:r>
            <a:r>
              <a:rPr kumimoji="1" lang="ko-KR" altLang="en-US" dirty="0"/>
              <a:t>디렉토리 선택</a:t>
            </a:r>
            <a:endParaRPr kumimoji="1" lang="en-US" altLang="ko-KR" dirty="0"/>
          </a:p>
          <a:p>
            <a:endParaRPr kumimoji="1"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1F3B267-74D4-0544-329B-81FA71FB0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941" y="3584301"/>
            <a:ext cx="1776990" cy="206925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022800B-71EA-6AB6-DB24-07D65A0C0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2893" y="3922246"/>
            <a:ext cx="3138406" cy="14954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E78F8C-B740-EECC-00E9-506E7F8B8F09}"/>
              </a:ext>
            </a:extLst>
          </p:cNvPr>
          <p:cNvSpPr txBox="1"/>
          <p:nvPr/>
        </p:nvSpPr>
        <p:spPr>
          <a:xfrm>
            <a:off x="8317165" y="5657214"/>
            <a:ext cx="3769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10.</a:t>
            </a:r>
            <a:r>
              <a:rPr kumimoji="1" lang="ko-KR" altLang="en-US" dirty="0"/>
              <a:t> 불러와진 프로젝트 </a:t>
            </a:r>
            <a:r>
              <a:rPr kumimoji="1" lang="ko-KR" altLang="en-US" dirty="0" err="1"/>
              <a:t>우클릭</a:t>
            </a:r>
            <a:r>
              <a:rPr kumimoji="1" lang="ko-KR" altLang="en-US" dirty="0"/>
              <a:t> 하여</a:t>
            </a:r>
            <a:endParaRPr kumimoji="1" lang="en-US" altLang="ko-KR" dirty="0"/>
          </a:p>
          <a:p>
            <a:r>
              <a:rPr kumimoji="1" lang="ko-KR" altLang="en-US" dirty="0"/>
              <a:t>이름을 이전에 변경한 폴더명과 동일하게 설정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37454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3558D-BD5E-DF36-3AD4-F45E8C83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A8422A-86D4-1765-6010-A80A7FCB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-2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#5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4688BD-7B04-4FB5-C57B-ECE04C20D0A3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CAA767F-1FCE-A3F1-A189-02A8EB2CC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61" y="3284402"/>
            <a:ext cx="4929788" cy="259965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8008B18-C854-6581-A91B-4D29ED622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383" y="3669831"/>
            <a:ext cx="3454400" cy="1828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CEE2E3-6AF0-0163-364E-7AB3271F7A43}"/>
              </a:ext>
            </a:extLst>
          </p:cNvPr>
          <p:cNvSpPr txBox="1"/>
          <p:nvPr/>
        </p:nvSpPr>
        <p:spPr>
          <a:xfrm>
            <a:off x="2222984" y="6232707"/>
            <a:ext cx="7746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프로젝트를 살펴보면 이전에 설정한 값과 코드가 남아있는 것을 볼 수 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8892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00A19-257F-0840-1059-DC98BD56D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1E06E2-DF9E-6865-A218-E489083B3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-1 PWM </a:t>
            </a:r>
            <a:r>
              <a:rPr lang="ko-KR" altLang="en-US" sz="2800" dirty="0"/>
              <a:t>생성 방법</a:t>
            </a:r>
            <a:r>
              <a:rPr lang="en-US" altLang="ko-KR" sz="2800" dirty="0"/>
              <a:t>(ex. Buzzer)</a:t>
            </a:r>
            <a:endParaRPr lang="ko-KR" altLang="en-US" dirty="0">
              <a:latin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F0177E2-4E19-DA5B-B243-4A3E7D322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607" y="2479056"/>
            <a:ext cx="4226244" cy="41871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97ED60-B06B-29DC-0C43-B5F1ABCD71C4}"/>
              </a:ext>
            </a:extLst>
          </p:cNvPr>
          <p:cNvSpPr txBox="1"/>
          <p:nvPr/>
        </p:nvSpPr>
        <p:spPr>
          <a:xfrm>
            <a:off x="6592632" y="2967335"/>
            <a:ext cx="28911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ko-KR" dirty="0"/>
              <a:t>TIM Clock Source </a:t>
            </a:r>
            <a:r>
              <a:rPr kumimoji="1" lang="ko-KR" altLang="en-US" dirty="0"/>
              <a:t>선택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en-US" altLang="ko-KR" dirty="0"/>
              <a:t>PWM Ch </a:t>
            </a:r>
            <a:r>
              <a:rPr kumimoji="1" lang="ko-KR" altLang="en-US" dirty="0"/>
              <a:t>선택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주기와 </a:t>
            </a:r>
            <a:r>
              <a:rPr kumimoji="1" lang="en-US" altLang="ko-KR" dirty="0"/>
              <a:t>Duty </a:t>
            </a:r>
            <a:r>
              <a:rPr kumimoji="1" lang="ko-KR" altLang="en-US" dirty="0"/>
              <a:t>초기 설정</a:t>
            </a:r>
          </a:p>
        </p:txBody>
      </p:sp>
    </p:spTree>
    <p:extLst>
      <p:ext uri="{BB962C8B-B14F-4D97-AF65-F5344CB8AC3E}">
        <p14:creationId xmlns:p14="http://schemas.microsoft.com/office/powerpoint/2010/main" val="3561686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E7615-612C-4B20-C9D7-1E077C476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FAFE9D-CA41-546D-AEC8-1C9A2FC77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-2 PWM </a:t>
            </a:r>
            <a:r>
              <a:rPr lang="ko-KR" altLang="en-US" sz="2800" dirty="0"/>
              <a:t>생성 방법</a:t>
            </a:r>
            <a:r>
              <a:rPr lang="en-US" altLang="ko-KR" sz="2800" dirty="0"/>
              <a:t>(ex. SG90)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C0904C-6C80-CB9D-5C27-555DFD0E17ED}"/>
              </a:ext>
            </a:extLst>
          </p:cNvPr>
          <p:cNvSpPr txBox="1"/>
          <p:nvPr/>
        </p:nvSpPr>
        <p:spPr>
          <a:xfrm>
            <a:off x="6477533" y="2967335"/>
            <a:ext cx="28911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ko-KR" dirty="0"/>
              <a:t>TIM Clock Source </a:t>
            </a:r>
            <a:r>
              <a:rPr kumimoji="1" lang="ko-KR" altLang="en-US" dirty="0"/>
              <a:t>선택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en-US" altLang="ko-KR" dirty="0"/>
              <a:t>PWM Ch </a:t>
            </a:r>
            <a:r>
              <a:rPr kumimoji="1" lang="ko-KR" altLang="en-US" dirty="0"/>
              <a:t>선택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주기와 </a:t>
            </a:r>
            <a:r>
              <a:rPr kumimoji="1" lang="en-US" altLang="ko-KR" dirty="0"/>
              <a:t>Duty </a:t>
            </a:r>
            <a:r>
              <a:rPr kumimoji="1" lang="ko-KR" altLang="en-US" dirty="0"/>
              <a:t>초기 설정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4D907BA-C68D-F783-E52F-5E23C4DB4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505963"/>
            <a:ext cx="4503605" cy="398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25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36954-C972-4598-1F51-4BDDB239C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A3B3E-2FE9-17A5-6EB1-867F3B047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-2 PWM </a:t>
            </a:r>
            <a:r>
              <a:rPr lang="ko-KR" altLang="en-US" sz="2800" dirty="0"/>
              <a:t>생성 방법</a:t>
            </a:r>
            <a:r>
              <a:rPr lang="en-US" altLang="ko-KR" sz="2800" dirty="0"/>
              <a:t>(ex. SG90)</a:t>
            </a:r>
            <a:endParaRPr lang="ko-KR" altLang="en-US" dirty="0">
              <a:latin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B9509E-C631-E908-514E-005836B6E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242" y="2342941"/>
            <a:ext cx="7413515" cy="451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5629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AD81B-2115-D1FD-6972-35A23BEA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0">
            <a:extLst>
              <a:ext uri="{FF2B5EF4-FFF2-40B4-BE49-F238E27FC236}">
                <a16:creationId xmlns:a16="http://schemas.microsoft.com/office/drawing/2014/main" id="{4D23E633-E6C0-7FD3-835A-F657588DC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230468DB-7E91-A677-B40E-B9728D769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6" descr="회로판">
            <a:extLst>
              <a:ext uri="{FF2B5EF4-FFF2-40B4-BE49-F238E27FC236}">
                <a16:creationId xmlns:a16="http://schemas.microsoft.com/office/drawing/2014/main" id="{638EE6DE-901A-49FB-D236-5EF89F7FAD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22" name="Rectangle 24">
            <a:extLst>
              <a:ext uri="{FF2B5EF4-FFF2-40B4-BE49-F238E27FC236}">
                <a16:creationId xmlns:a16="http://schemas.microsoft.com/office/drawing/2014/main" id="{2914EAE0-BBD5-3860-803F-947A1145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29530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24AFB3-2137-405A-75EF-3123B1714BE7}"/>
              </a:ext>
            </a:extLst>
          </p:cNvPr>
          <p:cNvSpPr txBox="1"/>
          <p:nvPr/>
        </p:nvSpPr>
        <p:spPr>
          <a:xfrm>
            <a:off x="5494308" y="240075"/>
            <a:ext cx="1203383" cy="1815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ko-KR" alt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응용</a:t>
            </a:r>
          </a:p>
        </p:txBody>
      </p:sp>
    </p:spTree>
    <p:extLst>
      <p:ext uri="{BB962C8B-B14F-4D97-AF65-F5344CB8AC3E}">
        <p14:creationId xmlns:p14="http://schemas.microsoft.com/office/powerpoint/2010/main" val="857938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3A58C-8DF6-DCB7-8D4F-D081D2DE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6E61B3-1CD0-E981-73BC-E003BC2B0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ko-KR" altLang="en-US" dirty="0" err="1">
                <a:solidFill>
                  <a:srgbClr val="FFFFFF"/>
                </a:solidFill>
              </a:rPr>
              <a:t>응용편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ADC</a:t>
            </a:r>
            <a:r>
              <a:rPr lang="ko-KR" altLang="en-US" sz="2800" dirty="0">
                <a:latin typeface="+mn-lt"/>
              </a:rPr>
              <a:t>값에 따른 </a:t>
            </a:r>
            <a:r>
              <a:rPr lang="ko-KR" altLang="en-US" sz="2800" dirty="0" err="1">
                <a:latin typeface="+mn-lt"/>
              </a:rPr>
              <a:t>서보</a:t>
            </a:r>
            <a:r>
              <a:rPr lang="ko-KR" altLang="en-US" sz="2800" dirty="0">
                <a:latin typeface="+mn-lt"/>
              </a:rPr>
              <a:t> 각도제어</a:t>
            </a:r>
            <a:endParaRPr lang="ko-KR" alt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49DED3-BAA7-1B25-0D56-2830C0175E61}"/>
              </a:ext>
            </a:extLst>
          </p:cNvPr>
          <p:cNvSpPr txBox="1"/>
          <p:nvPr/>
        </p:nvSpPr>
        <p:spPr>
          <a:xfrm>
            <a:off x="124332" y="3293250"/>
            <a:ext cx="120676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RV2</a:t>
            </a:r>
            <a:r>
              <a:rPr lang="ko-KR" altLang="en-US" dirty="0" err="1"/>
              <a:t>를</a:t>
            </a:r>
            <a:r>
              <a:rPr lang="ko-KR" altLang="en-US" dirty="0"/>
              <a:t> 사용하여 </a:t>
            </a:r>
            <a:r>
              <a:rPr lang="en-US" altLang="ko-KR" dirty="0"/>
              <a:t>ADC 0~4095</a:t>
            </a:r>
            <a:r>
              <a:rPr lang="ko-KR" altLang="en-US" dirty="0" err="1"/>
              <a:t>에</a:t>
            </a:r>
            <a:r>
              <a:rPr lang="ko-KR" altLang="en-US" dirty="0"/>
              <a:t> 맞춰서 </a:t>
            </a:r>
            <a:r>
              <a:rPr lang="en-US" altLang="ko-KR" dirty="0"/>
              <a:t>SG90</a:t>
            </a:r>
            <a:r>
              <a:rPr lang="ko-KR" altLang="en-US" dirty="0"/>
              <a:t> 각도를 </a:t>
            </a:r>
            <a:r>
              <a:rPr lang="en-US" altLang="ko-KR" dirty="0"/>
              <a:t>0</a:t>
            </a:r>
            <a:r>
              <a:rPr lang="ko-KR" altLang="en-US" dirty="0"/>
              <a:t>도부터 </a:t>
            </a:r>
            <a:r>
              <a:rPr lang="en-US" altLang="ko-KR" dirty="0"/>
              <a:t>180</a:t>
            </a:r>
            <a:r>
              <a:rPr lang="ko-KR" altLang="en-US" dirty="0"/>
              <a:t>도까지 선형적으로 제어하기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13802664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2910</TotalTime>
  <Words>744</Words>
  <Application>Microsoft Macintosh PowerPoint</Application>
  <PresentationFormat>와이드스크린</PresentationFormat>
  <Paragraphs>114</Paragraphs>
  <Slides>23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맑은 고딕</vt:lpstr>
      <vt:lpstr>Arial</vt:lpstr>
      <vt:lpstr>Avenir Next LT Pro</vt:lpstr>
      <vt:lpstr>Bahnschrift</vt:lpstr>
      <vt:lpstr>MatrixVTI</vt:lpstr>
      <vt:lpstr>ARM Processor </vt:lpstr>
      <vt:lpstr>응용편 하나의 타이머 인터럽트를 통해 여러 주기 인터럽트 만들기</vt:lpstr>
      <vt:lpstr>응용편 딜레이 없이 버튼 채터링 처리하기</vt:lpstr>
      <vt:lpstr>ARM Processor Seminar Roadmap</vt:lpstr>
      <vt:lpstr>PowerPoint 프레젠테이션</vt:lpstr>
      <vt:lpstr>1. PWM 1-1 PWM이란?</vt:lpstr>
      <vt:lpstr>1. PWM 1-2 PWM 생성원리</vt:lpstr>
      <vt:lpstr>1. STM32F405 1-3 PWM 주기 계산법 #1</vt:lpstr>
      <vt:lpstr>1. STM32F405 1-3 PWM 주기 계산법 #2</vt:lpstr>
      <vt:lpstr>1. PWM 1-4 PWM Duty비 계산방법</vt:lpstr>
      <vt:lpstr>1. PWM 1-5 SG90</vt:lpstr>
      <vt:lpstr>2. ARM Training Kit v2.0 sch 2-1 Buzzer &amp; ServoMotor(SG90)</vt:lpstr>
      <vt:lpstr>3. STM32CubeIDE 설정 3-1 STM32CubeMX 실행</vt:lpstr>
      <vt:lpstr>3. STM32CubeIDE 설정 3-2 프로젝트 파일 관리 방법#1</vt:lpstr>
      <vt:lpstr>3. STM32CubeIDE 설정 3-2 프로젝트 파일 관리 방법#2</vt:lpstr>
      <vt:lpstr>3. STM32CubeIDE 설정 3-2 프로젝트 파일 관리 방법#3</vt:lpstr>
      <vt:lpstr>3. STM32CubeIDE 설정 3-2 프로젝트 파일 관리 방법#4</vt:lpstr>
      <vt:lpstr>3. STM32CubeIDE 설정 3-2 프로젝트 파일 관리 방법#5</vt:lpstr>
      <vt:lpstr>4. STM32CubeIDE 설정 4-1 PWM 생성 방법(ex. Buzzer)</vt:lpstr>
      <vt:lpstr>4. STM32CubeIDE 설정 4-2 PWM 생성 방법(ex. SG90)</vt:lpstr>
      <vt:lpstr>4. STM32CubeIDE 설정 4-2 PWM 생성 방법(ex. SG90)</vt:lpstr>
      <vt:lpstr>PowerPoint 프레젠테이션</vt:lpstr>
      <vt:lpstr>응용편 ADC값에 따른 서보 각도제어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 Processor 세미나</dc:title>
  <dc:creator>mta</dc:creator>
  <cp:lastModifiedBy>mta</cp:lastModifiedBy>
  <cp:revision>956</cp:revision>
  <dcterms:created xsi:type="dcterms:W3CDTF">2023-04-01T05:56:39Z</dcterms:created>
  <dcterms:modified xsi:type="dcterms:W3CDTF">2025-12-04T05:38:36Z</dcterms:modified>
</cp:coreProperties>
</file>
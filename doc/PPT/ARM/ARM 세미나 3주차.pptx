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0" r:id="rId1"/>
  </p:sldMasterIdLst>
  <p:notesMasterIdLst>
    <p:notesMasterId r:id="rId18"/>
  </p:notesMasterIdLst>
  <p:sldIdLst>
    <p:sldId id="256" r:id="rId2"/>
    <p:sldId id="405" r:id="rId3"/>
    <p:sldId id="258" r:id="rId4"/>
    <p:sldId id="463" r:id="rId5"/>
    <p:sldId id="462" r:id="rId6"/>
    <p:sldId id="464" r:id="rId7"/>
    <p:sldId id="439" r:id="rId8"/>
    <p:sldId id="441" r:id="rId9"/>
    <p:sldId id="442" r:id="rId10"/>
    <p:sldId id="443" r:id="rId11"/>
    <p:sldId id="444" r:id="rId12"/>
    <p:sldId id="445" r:id="rId13"/>
    <p:sldId id="454" r:id="rId14"/>
    <p:sldId id="465" r:id="rId15"/>
    <p:sldId id="459" r:id="rId16"/>
    <p:sldId id="436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53AECD4F-9523-4815-827E-2B8DD5C14A03}">
          <p14:sldIdLst>
            <p14:sldId id="256"/>
            <p14:sldId id="405"/>
            <p14:sldId id="258"/>
            <p14:sldId id="463"/>
            <p14:sldId id="462"/>
            <p14:sldId id="464"/>
            <p14:sldId id="439"/>
            <p14:sldId id="441"/>
            <p14:sldId id="442"/>
            <p14:sldId id="443"/>
            <p14:sldId id="444"/>
            <p14:sldId id="445"/>
            <p14:sldId id="454"/>
            <p14:sldId id="465"/>
            <p14:sldId id="459"/>
            <p14:sldId id="43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266" autoAdjust="0"/>
    <p:restoredTop sz="94660"/>
  </p:normalViewPr>
  <p:slideViewPr>
    <p:cSldViewPr snapToGrid="0">
      <p:cViewPr varScale="1">
        <p:scale>
          <a:sx n="209" d="100"/>
          <a:sy n="209" d="100"/>
        </p:scale>
        <p:origin x="188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5A3A56-EDB2-4B73-A1CB-5609952E432E}" type="datetimeFigureOut">
              <a:rPr lang="ko-KR" altLang="en-US" smtClean="0"/>
              <a:t>2025. 11. 5.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7DC4E7-C879-4C34-B87B-3BCA38CC4A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0586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DC4E7-C879-4C34-B87B-3BCA38CC4A2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91991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50666DC1-CD27-4874-9484-9D06C59FE4D0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77579F-F417-47C2-AC03-911CCED021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4552" y="447675"/>
            <a:ext cx="8397511" cy="2714625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43E600-28DA-4780-9E00-2E12F74FF6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4552" y="3602037"/>
            <a:ext cx="8397511" cy="2460625"/>
          </a:xfrm>
        </p:spPr>
        <p:txBody>
          <a:bodyPr>
            <a:normAutofit/>
          </a:bodyPr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E6F1DC-ADFB-42C9-AB34-FCB38C812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38219-6E45-4D12-B767-46F92D5844D4}" type="datetime1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99E6D-BBA8-4A15-94DA-DBE8A4FDE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803C82-8719-4FAC-94BF-2A91335FB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204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9CF16-986E-4D90-AA40-CDB46E233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F14DA-A783-43BC-8F15-95408B89DE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8C48B6-C394-452A-94D9-D4802755D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296A2-D8F0-4E17-BFD0-A6C902250D59}" type="datetime1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858A8A-3DD0-41C8-9F48-F4309FA19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706C92-7C02-4D34-B3E5-D549A7A36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123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266F9FA-E6B8-4CFC-B3F1-0C075546EE33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16F270-B2AA-4935-885F-5924B1F63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10862898" cy="272415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22658E-3D87-4D5A-A602-847153CC48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3695701"/>
            <a:ext cx="10862898" cy="2393950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AB1D84-A229-45B1-BD42-0DC0CE9F8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08C9C-1ACB-4C84-A002-C7E0E45B937A}" type="datetime1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64EEF4-D461-49D7-8F24-8BFE2444B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4055A-7488-4646-9E88-692036EA2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45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F1F74-ED26-4F8B-BF51-3533D8404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760"/>
            <a:ext cx="11264536" cy="168751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1D2D7-7F18-43E0-9B2E-3FCD83CC83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4552" y="2552699"/>
            <a:ext cx="5323703" cy="3624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CBBB66-EB7D-4F8C-9C78-1D1C888464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0162" y="2552699"/>
            <a:ext cx="5323703" cy="3624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A684E6-393D-4587-AA45-E6734FB47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AF2A5-B297-4977-9E5B-4D3050E23689}" type="datetime1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1D8EE0-0333-4ABC-AE18-10DD5071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452369-A8F0-4709-8372-B420A67DB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994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91592-4621-4D72-BC2D-F2C439F81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759"/>
            <a:ext cx="10870836" cy="16916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B823F5-0A90-4666-BE88-2BE0D0A616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2436473"/>
            <a:ext cx="5332026" cy="82391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EC6A7C-6260-463D-B3FD-71A07ACD06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4552" y="3409051"/>
            <a:ext cx="5332026" cy="27806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F2AF8D-90ED-4512-9423-C91BF73A99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0162" y="2436473"/>
            <a:ext cx="5358285" cy="82391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D838EA-E20D-4CC3-83C2-AFE0DE9F73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0162" y="3409051"/>
            <a:ext cx="5358285" cy="27806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603F8A-08E1-4160-9B7E-E0CA4BF8E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27434-4794-409A-9547-04789BA47588}" type="datetime1">
              <a:rPr lang="en-US" smtClean="0"/>
              <a:t>11/5/25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8291AB-3C5C-4BE1-9E50-02F489336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596E64-CD6C-4CF7-8624-FA4AE9760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35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562B3-06A0-4F2F-96EC-A062DAE2F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C0095-49F0-4A83-AE8C-9D13E15C2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58635-357A-4E3D-B824-A5CEFDB8449C}" type="datetime1">
              <a:rPr lang="en-US" smtClean="0"/>
              <a:t>11/5/25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824898-D4EA-497A-8FC8-43E0D0213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821F6-2C08-450C-A18C-702D73842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351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FFE119-5FCA-4D9C-9C07-1B81A0BF3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6FF77-2719-4AD0-8740-0B90FF5D1EFB}" type="datetime1">
              <a:rPr lang="en-US" smtClean="0"/>
              <a:t>11/5/25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2C5995-6284-4D7F-AB1C-CA8FE63A7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1E4B0D-9C21-48D0-9438-C47370681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991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90AF76DA-8F95-47D9-9EB6-B1EC93437387}"/>
              </a:ext>
            </a:extLst>
          </p:cNvPr>
          <p:cNvGrpSpPr/>
          <p:nvPr/>
        </p:nvGrpSpPr>
        <p:grpSpPr>
          <a:xfrm>
            <a:off x="2" y="0"/>
            <a:ext cx="6095998" cy="6858002"/>
            <a:chOff x="1" y="4563942"/>
            <a:chExt cx="12192005" cy="229406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1355B14-077B-4BA1-962D-6E97D93FFCCC}"/>
                </a:ext>
              </a:extLst>
            </p:cNvPr>
            <p:cNvSpPr/>
            <p:nvPr/>
          </p:nvSpPr>
          <p:spPr>
            <a:xfrm>
              <a:off x="10" y="4563942"/>
              <a:ext cx="12191996" cy="229406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230B99F-AC6F-4973-A35E-16C87C38711D}"/>
                </a:ext>
              </a:extLst>
            </p:cNvPr>
            <p:cNvSpPr/>
            <p:nvPr/>
          </p:nvSpPr>
          <p:spPr>
            <a:xfrm>
              <a:off x="1" y="4563942"/>
              <a:ext cx="12192000" cy="2294060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58E41614-9483-47F8-A429-FB0D1C5AA89A}"/>
              </a:ext>
            </a:extLst>
          </p:cNvPr>
          <p:cNvSpPr/>
          <p:nvPr/>
        </p:nvSpPr>
        <p:spPr>
          <a:xfrm>
            <a:off x="0" y="0"/>
            <a:ext cx="6095999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B5E91C-3C4F-40A2-BCC6-918D3BEDD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5287234" cy="16002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0F113-1C61-4F74-BD5B-727668BBE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0162" y="457201"/>
            <a:ext cx="5085226" cy="54038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0EB228-A180-4DF6-9D5B-2CF86B6B9B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552" y="2514600"/>
            <a:ext cx="5287234" cy="335438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913719-D65D-4BAE-97B7-FAE8F3998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41C83-1089-48B9-8B65-293D4C236D35}" type="datetime1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47F5BB-DC3C-45D1-A0D2-05168FECA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344BA3-19DB-4072-9A2C-08C92361A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209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0A6909D-DC0B-4221-8140-21E981D896AF}"/>
              </a:ext>
            </a:extLst>
          </p:cNvPr>
          <p:cNvGrpSpPr/>
          <p:nvPr/>
        </p:nvGrpSpPr>
        <p:grpSpPr>
          <a:xfrm>
            <a:off x="2" y="0"/>
            <a:ext cx="6095998" cy="6858002"/>
            <a:chOff x="1" y="4563942"/>
            <a:chExt cx="12192005" cy="229406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3D581C2-F39E-4958-A3F3-BB65AB1C5E66}"/>
                </a:ext>
              </a:extLst>
            </p:cNvPr>
            <p:cNvSpPr/>
            <p:nvPr/>
          </p:nvSpPr>
          <p:spPr>
            <a:xfrm>
              <a:off x="10" y="4563942"/>
              <a:ext cx="12191996" cy="229406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FD77040-27EF-4D2C-8D34-32337B0C8544}"/>
                </a:ext>
              </a:extLst>
            </p:cNvPr>
            <p:cNvSpPr/>
            <p:nvPr/>
          </p:nvSpPr>
          <p:spPr>
            <a:xfrm>
              <a:off x="1" y="4563942"/>
              <a:ext cx="12192000" cy="2294060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E1A26D20-69F8-4BBC-98C0-BEB470AB8284}"/>
              </a:ext>
            </a:extLst>
          </p:cNvPr>
          <p:cNvSpPr/>
          <p:nvPr/>
        </p:nvSpPr>
        <p:spPr>
          <a:xfrm>
            <a:off x="0" y="0"/>
            <a:ext cx="6095999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47B6BC-4B2A-4001-9634-47473F827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5211519" cy="16002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97D074-2CCB-4AB8-A7A0-7847D3C1EF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70162" y="457201"/>
            <a:ext cx="5085226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FB94BD-D906-4213-9F31-1BE17A86F9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552" y="2514600"/>
            <a:ext cx="5211519" cy="335438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1B8431-70CB-4E9F-8A49-CDFF18554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2FE45-CC1E-47DB-8B82-6CF0636FBDB8}" type="datetime1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D2F293-170E-410E-88BF-187A63C5E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ED93A2-588D-43B5-B6FA-0B7892E6E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253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68A33-CB96-4CB1-9941-753BD0824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3EB269-70DF-4510-A313-336226558E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1EA3CC-B2DC-4E87-826C-B885A7E62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430B8-6059-41E5-A5DC-C07A76F5859A}" type="datetime1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F37F52-A7C4-4E21-A12A-02546D477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6031F-5A79-48A7-8EDC-DDD9A9E4B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750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9188483-96C4-4E9C-AA6A-E70005461AEE}"/>
              </a:ext>
            </a:extLst>
          </p:cNvPr>
          <p:cNvSpPr/>
          <p:nvPr/>
        </p:nvSpPr>
        <p:spPr>
          <a:xfrm>
            <a:off x="9144000" y="0"/>
            <a:ext cx="3048000" cy="6854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4FCD54-7F0B-446E-9998-93E7BD7CE7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534222" y="365125"/>
            <a:ext cx="2238678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766238-BBF1-4672-BC09-746C6967E5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84552" y="365125"/>
            <a:ext cx="8374062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F32A5-B67B-45C1-B454-12E9FBE0C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D0CB7-D16E-4358-B7F4-EA4A24554592}" type="datetime1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E91896-9441-4636-89D5-84E5932A1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28110" y="6356350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937DFE-7F48-4EB0-83BC-A93F342D2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80000"/>
                  </a:schemeClr>
                </a:solidFill>
              </a:defRPr>
            </a:lvl1pPr>
          </a:lstStyle>
          <a:p>
            <a:fld id="{1F646F3F-274D-499B-ABBE-824EB4ABDC3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03744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569A71A3-950D-4899-B79B-35F2758BD331}"/>
              </a:ext>
            </a:extLst>
          </p:cNvPr>
          <p:cNvGrpSpPr/>
          <p:nvPr userDrawn="1"/>
        </p:nvGrpSpPr>
        <p:grpSpPr>
          <a:xfrm>
            <a:off x="0" y="1207336"/>
            <a:ext cx="12192000" cy="4467863"/>
            <a:chOff x="0" y="1207336"/>
            <a:chExt cx="12192000" cy="4467863"/>
          </a:xfrm>
        </p:grpSpPr>
        <p:sp>
          <p:nvSpPr>
            <p:cNvPr id="33" name="Flowchart: Delay 24">
              <a:extLst>
                <a:ext uri="{FF2B5EF4-FFF2-40B4-BE49-F238E27FC236}">
                  <a16:creationId xmlns:a16="http://schemas.microsoft.com/office/drawing/2014/main" id="{928187B2-0394-40AE-9F9C-6682AC71596C}"/>
                </a:ext>
              </a:extLst>
            </p:cNvPr>
            <p:cNvSpPr/>
            <p:nvPr userDrawn="1"/>
          </p:nvSpPr>
          <p:spPr>
            <a:xfrm flipH="1">
              <a:off x="2613003" y="3441616"/>
              <a:ext cx="1849273" cy="2052000"/>
            </a:xfrm>
            <a:custGeom>
              <a:avLst/>
              <a:gdLst>
                <a:gd name="connsiteX0" fmla="*/ 0 w 2066400"/>
                <a:gd name="connsiteY0" fmla="*/ 0 h 2422800"/>
                <a:gd name="connsiteX1" fmla="*/ 1033200 w 2066400"/>
                <a:gd name="connsiteY1" fmla="*/ 0 h 2422800"/>
                <a:gd name="connsiteX2" fmla="*/ 2066400 w 2066400"/>
                <a:gd name="connsiteY2" fmla="*/ 1211400 h 2422800"/>
                <a:gd name="connsiteX3" fmla="*/ 1033200 w 2066400"/>
                <a:gd name="connsiteY3" fmla="*/ 2422800 h 2422800"/>
                <a:gd name="connsiteX4" fmla="*/ 0 w 2066400"/>
                <a:gd name="connsiteY4" fmla="*/ 2422800 h 2422800"/>
                <a:gd name="connsiteX5" fmla="*/ 0 w 2066400"/>
                <a:gd name="connsiteY5" fmla="*/ 0 h 2422800"/>
                <a:gd name="connsiteX0" fmla="*/ 7185 w 2073585"/>
                <a:gd name="connsiteY0" fmla="*/ 0 h 2422800"/>
                <a:gd name="connsiteX1" fmla="*/ 1040385 w 2073585"/>
                <a:gd name="connsiteY1" fmla="*/ 0 h 2422800"/>
                <a:gd name="connsiteX2" fmla="*/ 2073585 w 2073585"/>
                <a:gd name="connsiteY2" fmla="*/ 1211400 h 2422800"/>
                <a:gd name="connsiteX3" fmla="*/ 1040385 w 2073585"/>
                <a:gd name="connsiteY3" fmla="*/ 2422800 h 2422800"/>
                <a:gd name="connsiteX4" fmla="*/ 7185 w 2073585"/>
                <a:gd name="connsiteY4" fmla="*/ 2422800 h 2422800"/>
                <a:gd name="connsiteX5" fmla="*/ 0 w 2073585"/>
                <a:gd name="connsiteY5" fmla="*/ 1045208 h 2422800"/>
                <a:gd name="connsiteX6" fmla="*/ 7185 w 2073585"/>
                <a:gd name="connsiteY6" fmla="*/ 0 h 2422800"/>
                <a:gd name="connsiteX0" fmla="*/ 0 w 2073585"/>
                <a:gd name="connsiteY0" fmla="*/ 1045208 h 2422800"/>
                <a:gd name="connsiteX1" fmla="*/ 7185 w 2073585"/>
                <a:gd name="connsiteY1" fmla="*/ 0 h 2422800"/>
                <a:gd name="connsiteX2" fmla="*/ 1040385 w 2073585"/>
                <a:gd name="connsiteY2" fmla="*/ 0 h 2422800"/>
                <a:gd name="connsiteX3" fmla="*/ 2073585 w 2073585"/>
                <a:gd name="connsiteY3" fmla="*/ 1211400 h 2422800"/>
                <a:gd name="connsiteX4" fmla="*/ 1040385 w 2073585"/>
                <a:gd name="connsiteY4" fmla="*/ 2422800 h 2422800"/>
                <a:gd name="connsiteX5" fmla="*/ 7185 w 2073585"/>
                <a:gd name="connsiteY5" fmla="*/ 2422800 h 2422800"/>
                <a:gd name="connsiteX6" fmla="*/ 91440 w 2073585"/>
                <a:gd name="connsiteY6" fmla="*/ 1136648 h 2422800"/>
                <a:gd name="connsiteX0" fmla="*/ 0 w 2073585"/>
                <a:gd name="connsiteY0" fmla="*/ 1045208 h 2422800"/>
                <a:gd name="connsiteX1" fmla="*/ 7185 w 2073585"/>
                <a:gd name="connsiteY1" fmla="*/ 0 h 2422800"/>
                <a:gd name="connsiteX2" fmla="*/ 1040385 w 2073585"/>
                <a:gd name="connsiteY2" fmla="*/ 0 h 2422800"/>
                <a:gd name="connsiteX3" fmla="*/ 2073585 w 2073585"/>
                <a:gd name="connsiteY3" fmla="*/ 1211400 h 2422800"/>
                <a:gd name="connsiteX4" fmla="*/ 1040385 w 2073585"/>
                <a:gd name="connsiteY4" fmla="*/ 2422800 h 2422800"/>
                <a:gd name="connsiteX5" fmla="*/ 7185 w 2073585"/>
                <a:gd name="connsiteY5" fmla="*/ 2422800 h 2422800"/>
                <a:gd name="connsiteX0" fmla="*/ 0 w 2066400"/>
                <a:gd name="connsiteY0" fmla="*/ 0 h 2422800"/>
                <a:gd name="connsiteX1" fmla="*/ 1033200 w 2066400"/>
                <a:gd name="connsiteY1" fmla="*/ 0 h 2422800"/>
                <a:gd name="connsiteX2" fmla="*/ 2066400 w 2066400"/>
                <a:gd name="connsiteY2" fmla="*/ 1211400 h 2422800"/>
                <a:gd name="connsiteX3" fmla="*/ 1033200 w 2066400"/>
                <a:gd name="connsiteY3" fmla="*/ 2422800 h 2422800"/>
                <a:gd name="connsiteX4" fmla="*/ 0 w 2066400"/>
                <a:gd name="connsiteY4" fmla="*/ 2422800 h 2422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66400" h="2422800">
                  <a:moveTo>
                    <a:pt x="0" y="0"/>
                  </a:moveTo>
                  <a:lnTo>
                    <a:pt x="1033200" y="0"/>
                  </a:lnTo>
                  <a:cubicBezTo>
                    <a:pt x="1603821" y="0"/>
                    <a:pt x="2066400" y="542362"/>
                    <a:pt x="2066400" y="1211400"/>
                  </a:cubicBezTo>
                  <a:cubicBezTo>
                    <a:pt x="2066400" y="1880438"/>
                    <a:pt x="1603821" y="2422800"/>
                    <a:pt x="1033200" y="2422800"/>
                  </a:cubicBezTo>
                  <a:lnTo>
                    <a:pt x="0" y="2422800"/>
                  </a:lnTo>
                </a:path>
              </a:pathLst>
            </a:custGeom>
            <a:noFill/>
            <a:ln w="3556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Flowchart: Delay 24">
              <a:extLst>
                <a:ext uri="{FF2B5EF4-FFF2-40B4-BE49-F238E27FC236}">
                  <a16:creationId xmlns:a16="http://schemas.microsoft.com/office/drawing/2014/main" id="{355D9AC9-E7B7-459E-925B-0047C675B750}"/>
                </a:ext>
              </a:extLst>
            </p:cNvPr>
            <p:cNvSpPr/>
            <p:nvPr userDrawn="1"/>
          </p:nvSpPr>
          <p:spPr>
            <a:xfrm>
              <a:off x="9491472" y="1379494"/>
              <a:ext cx="1849273" cy="2052000"/>
            </a:xfrm>
            <a:custGeom>
              <a:avLst/>
              <a:gdLst>
                <a:gd name="connsiteX0" fmla="*/ 0 w 2066400"/>
                <a:gd name="connsiteY0" fmla="*/ 0 h 2422800"/>
                <a:gd name="connsiteX1" fmla="*/ 1033200 w 2066400"/>
                <a:gd name="connsiteY1" fmla="*/ 0 h 2422800"/>
                <a:gd name="connsiteX2" fmla="*/ 2066400 w 2066400"/>
                <a:gd name="connsiteY2" fmla="*/ 1211400 h 2422800"/>
                <a:gd name="connsiteX3" fmla="*/ 1033200 w 2066400"/>
                <a:gd name="connsiteY3" fmla="*/ 2422800 h 2422800"/>
                <a:gd name="connsiteX4" fmla="*/ 0 w 2066400"/>
                <a:gd name="connsiteY4" fmla="*/ 2422800 h 2422800"/>
                <a:gd name="connsiteX5" fmla="*/ 0 w 2066400"/>
                <a:gd name="connsiteY5" fmla="*/ 0 h 2422800"/>
                <a:gd name="connsiteX0" fmla="*/ 7185 w 2073585"/>
                <a:gd name="connsiteY0" fmla="*/ 0 h 2422800"/>
                <a:gd name="connsiteX1" fmla="*/ 1040385 w 2073585"/>
                <a:gd name="connsiteY1" fmla="*/ 0 h 2422800"/>
                <a:gd name="connsiteX2" fmla="*/ 2073585 w 2073585"/>
                <a:gd name="connsiteY2" fmla="*/ 1211400 h 2422800"/>
                <a:gd name="connsiteX3" fmla="*/ 1040385 w 2073585"/>
                <a:gd name="connsiteY3" fmla="*/ 2422800 h 2422800"/>
                <a:gd name="connsiteX4" fmla="*/ 7185 w 2073585"/>
                <a:gd name="connsiteY4" fmla="*/ 2422800 h 2422800"/>
                <a:gd name="connsiteX5" fmla="*/ 0 w 2073585"/>
                <a:gd name="connsiteY5" fmla="*/ 1045208 h 2422800"/>
                <a:gd name="connsiteX6" fmla="*/ 7185 w 2073585"/>
                <a:gd name="connsiteY6" fmla="*/ 0 h 2422800"/>
                <a:gd name="connsiteX0" fmla="*/ 0 w 2073585"/>
                <a:gd name="connsiteY0" fmla="*/ 1045208 h 2422800"/>
                <a:gd name="connsiteX1" fmla="*/ 7185 w 2073585"/>
                <a:gd name="connsiteY1" fmla="*/ 0 h 2422800"/>
                <a:gd name="connsiteX2" fmla="*/ 1040385 w 2073585"/>
                <a:gd name="connsiteY2" fmla="*/ 0 h 2422800"/>
                <a:gd name="connsiteX3" fmla="*/ 2073585 w 2073585"/>
                <a:gd name="connsiteY3" fmla="*/ 1211400 h 2422800"/>
                <a:gd name="connsiteX4" fmla="*/ 1040385 w 2073585"/>
                <a:gd name="connsiteY4" fmla="*/ 2422800 h 2422800"/>
                <a:gd name="connsiteX5" fmla="*/ 7185 w 2073585"/>
                <a:gd name="connsiteY5" fmla="*/ 2422800 h 2422800"/>
                <a:gd name="connsiteX6" fmla="*/ 91440 w 2073585"/>
                <a:gd name="connsiteY6" fmla="*/ 1136648 h 2422800"/>
                <a:gd name="connsiteX0" fmla="*/ 0 w 2073585"/>
                <a:gd name="connsiteY0" fmla="*/ 1045208 h 2422800"/>
                <a:gd name="connsiteX1" fmla="*/ 7185 w 2073585"/>
                <a:gd name="connsiteY1" fmla="*/ 0 h 2422800"/>
                <a:gd name="connsiteX2" fmla="*/ 1040385 w 2073585"/>
                <a:gd name="connsiteY2" fmla="*/ 0 h 2422800"/>
                <a:gd name="connsiteX3" fmla="*/ 2073585 w 2073585"/>
                <a:gd name="connsiteY3" fmla="*/ 1211400 h 2422800"/>
                <a:gd name="connsiteX4" fmla="*/ 1040385 w 2073585"/>
                <a:gd name="connsiteY4" fmla="*/ 2422800 h 2422800"/>
                <a:gd name="connsiteX5" fmla="*/ 7185 w 2073585"/>
                <a:gd name="connsiteY5" fmla="*/ 2422800 h 2422800"/>
                <a:gd name="connsiteX0" fmla="*/ 0 w 2066400"/>
                <a:gd name="connsiteY0" fmla="*/ 0 h 2422800"/>
                <a:gd name="connsiteX1" fmla="*/ 1033200 w 2066400"/>
                <a:gd name="connsiteY1" fmla="*/ 0 h 2422800"/>
                <a:gd name="connsiteX2" fmla="*/ 2066400 w 2066400"/>
                <a:gd name="connsiteY2" fmla="*/ 1211400 h 2422800"/>
                <a:gd name="connsiteX3" fmla="*/ 1033200 w 2066400"/>
                <a:gd name="connsiteY3" fmla="*/ 2422800 h 2422800"/>
                <a:gd name="connsiteX4" fmla="*/ 0 w 2066400"/>
                <a:gd name="connsiteY4" fmla="*/ 2422800 h 2422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66400" h="2422800">
                  <a:moveTo>
                    <a:pt x="0" y="0"/>
                  </a:moveTo>
                  <a:lnTo>
                    <a:pt x="1033200" y="0"/>
                  </a:lnTo>
                  <a:cubicBezTo>
                    <a:pt x="1603821" y="0"/>
                    <a:pt x="2066400" y="542362"/>
                    <a:pt x="2066400" y="1211400"/>
                  </a:cubicBezTo>
                  <a:cubicBezTo>
                    <a:pt x="2066400" y="1880438"/>
                    <a:pt x="1603821" y="2422800"/>
                    <a:pt x="1033200" y="2422800"/>
                  </a:cubicBezTo>
                  <a:lnTo>
                    <a:pt x="0" y="2422800"/>
                  </a:lnTo>
                </a:path>
              </a:pathLst>
            </a:custGeom>
            <a:noFill/>
            <a:ln w="3556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302FB5C-BDE1-4891-8E91-CB3F868629BB}"/>
                </a:ext>
              </a:extLst>
            </p:cNvPr>
            <p:cNvSpPr/>
            <p:nvPr userDrawn="1"/>
          </p:nvSpPr>
          <p:spPr>
            <a:xfrm>
              <a:off x="4416552" y="1207336"/>
              <a:ext cx="5074920" cy="356616"/>
            </a:xfrm>
            <a:prstGeom prst="rect">
              <a:avLst/>
            </a:prstGeom>
            <a:gradFill flip="none" rotWithShape="1">
              <a:gsLst>
                <a:gs pos="0">
                  <a:srgbClr val="BAC82F"/>
                </a:gs>
                <a:gs pos="100000">
                  <a:srgbClr val="0C6D82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09DE4F0-7E7E-4423-A407-CD6485ACBB4F}"/>
                </a:ext>
              </a:extLst>
            </p:cNvPr>
            <p:cNvSpPr/>
            <p:nvPr userDrawn="1"/>
          </p:nvSpPr>
          <p:spPr>
            <a:xfrm>
              <a:off x="0" y="1207336"/>
              <a:ext cx="4416552" cy="356616"/>
            </a:xfrm>
            <a:prstGeom prst="rect">
              <a:avLst/>
            </a:prstGeom>
            <a:gradFill flip="none" rotWithShape="1">
              <a:gsLst>
                <a:gs pos="0">
                  <a:srgbClr val="F2C020"/>
                </a:gs>
                <a:gs pos="100000">
                  <a:srgbClr val="BAC82F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4ED74833-8EE3-4FA9-B6D2-03710E410482}"/>
                </a:ext>
              </a:extLst>
            </p:cNvPr>
            <p:cNvSpPr/>
            <p:nvPr userDrawn="1"/>
          </p:nvSpPr>
          <p:spPr>
            <a:xfrm>
              <a:off x="4416552" y="3269385"/>
              <a:ext cx="5074920" cy="356616"/>
            </a:xfrm>
            <a:prstGeom prst="rect">
              <a:avLst/>
            </a:prstGeom>
            <a:gradFill flip="none" rotWithShape="1">
              <a:gsLst>
                <a:gs pos="0">
                  <a:schemeClr val="tx2"/>
                </a:gs>
                <a:gs pos="100000">
                  <a:schemeClr val="tx1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94005B59-B78D-469E-BAA4-E7B2A61E103D}"/>
                </a:ext>
              </a:extLst>
            </p:cNvPr>
            <p:cNvSpPr/>
            <p:nvPr userDrawn="1"/>
          </p:nvSpPr>
          <p:spPr>
            <a:xfrm>
              <a:off x="4414968" y="5318583"/>
              <a:ext cx="5074920" cy="356616"/>
            </a:xfrm>
            <a:prstGeom prst="rect">
              <a:avLst/>
            </a:prstGeom>
            <a:gradFill flip="none" rotWithShape="1">
              <a:gsLst>
                <a:gs pos="0">
                  <a:schemeClr val="tx2"/>
                </a:gs>
                <a:gs pos="52000">
                  <a:schemeClr val="accent3"/>
                </a:gs>
                <a:gs pos="100000">
                  <a:srgbClr val="F2C020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40BE4BEF-834D-4D0F-8E96-F1F8E6600C46}"/>
                </a:ext>
              </a:extLst>
            </p:cNvPr>
            <p:cNvSpPr/>
            <p:nvPr userDrawn="1"/>
          </p:nvSpPr>
          <p:spPr>
            <a:xfrm>
              <a:off x="9448800" y="5317275"/>
              <a:ext cx="2743200" cy="356616"/>
            </a:xfrm>
            <a:prstGeom prst="rect">
              <a:avLst/>
            </a:prstGeom>
            <a:gradFill flip="none" rotWithShape="1">
              <a:gsLst>
                <a:gs pos="0">
                  <a:schemeClr val="accent5"/>
                </a:gs>
                <a:gs pos="100000">
                  <a:srgbClr val="F2C020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A4D6C00-E83E-4187-903F-A0A515BA93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2638" y="2079876"/>
            <a:ext cx="3052087" cy="1475598"/>
          </a:xfrm>
        </p:spPr>
        <p:txBody>
          <a:bodyPr lIns="0" tIns="0" rIns="0" bIns="0"/>
          <a:lstStyle>
            <a:lvl1pPr>
              <a:defRPr/>
            </a:lvl1pPr>
          </a:lstStyle>
          <a:p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MASTER TITLE</a:t>
            </a:r>
            <a:br>
              <a:rPr lang="en-US" dirty="0"/>
            </a:br>
            <a:r>
              <a:rPr lang="en-US" dirty="0"/>
              <a:t>STYLE</a:t>
            </a:r>
            <a:endParaRPr lang="ru-RU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0F0DE95-4ED7-482F-BB4E-C1238B352D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1963" y="3587769"/>
            <a:ext cx="1726129" cy="291597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2000" b="1" i="1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20XX-20XX</a:t>
            </a:r>
            <a:endParaRPr lang="ru-RU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1F135EA3-D982-467F-B90A-B791DFDDA87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963" y="3927199"/>
            <a:ext cx="1726129" cy="378571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2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3 Years Plan</a:t>
            </a:r>
            <a:endParaRPr lang="ru-RU" dirty="0"/>
          </a:p>
        </p:txBody>
      </p:sp>
      <p:sp>
        <p:nvSpPr>
          <p:cNvPr id="106" name="Picture Placeholder 104">
            <a:extLst>
              <a:ext uri="{FF2B5EF4-FFF2-40B4-BE49-F238E27FC236}">
                <a16:creationId xmlns:a16="http://schemas.microsoft.com/office/drawing/2014/main" id="{4580320F-7723-4672-AB19-22C87ECD53D3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461963" y="5725379"/>
            <a:ext cx="950912" cy="685800"/>
          </a:xfrm>
          <a:ln w="3556">
            <a:solidFill>
              <a:srgbClr val="454D55"/>
            </a:solidFill>
          </a:ln>
        </p:spPr>
        <p:txBody>
          <a:bodyPr anchor="ctr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ko-KR" altLang="en-US"/>
              <a:t>그림을 추가하려면 아이콘을 클릭하십시오</a:t>
            </a:r>
            <a:endParaRPr lang="ru-RU"/>
          </a:p>
        </p:txBody>
      </p:sp>
      <p:sp>
        <p:nvSpPr>
          <p:cNvPr id="108" name="Text Placeholder 42">
            <a:extLst>
              <a:ext uri="{FF2B5EF4-FFF2-40B4-BE49-F238E27FC236}">
                <a16:creationId xmlns:a16="http://schemas.microsoft.com/office/drawing/2014/main" id="{F6CA33C8-1786-4D07-8C52-AE1469894B67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565129" y="863644"/>
            <a:ext cx="1044000" cy="1044000"/>
          </a:xfrm>
          <a:prstGeom prst="ellipse">
            <a:avLst/>
          </a:prstGeom>
          <a:solidFill>
            <a:srgbClr val="BAC82F"/>
          </a:solidFill>
          <a:ln w="72390">
            <a:solidFill>
              <a:schemeClr val="bg1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lang="ru-RU" sz="2200" kern="1200" dirty="0">
                <a:solidFill>
                  <a:srgbClr val="454D55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20XX</a:t>
            </a:r>
            <a:endParaRPr lang="ru-RU" dirty="0"/>
          </a:p>
        </p:txBody>
      </p:sp>
      <p:sp>
        <p:nvSpPr>
          <p:cNvPr id="44" name="Text Placeholder 42">
            <a:extLst>
              <a:ext uri="{FF2B5EF4-FFF2-40B4-BE49-F238E27FC236}">
                <a16:creationId xmlns:a16="http://schemas.microsoft.com/office/drawing/2014/main" id="{62E3BBD0-72BD-45D7-BE15-8B93AFB8625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14968" y="843980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rgbClr val="BAC82F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Q1</a:t>
            </a:r>
            <a:endParaRPr lang="ru-RU" dirty="0"/>
          </a:p>
        </p:txBody>
      </p:sp>
      <p:sp>
        <p:nvSpPr>
          <p:cNvPr id="80" name="Text Placeholder 7">
            <a:extLst>
              <a:ext uri="{FF2B5EF4-FFF2-40B4-BE49-F238E27FC236}">
                <a16:creationId xmlns:a16="http://schemas.microsoft.com/office/drawing/2014/main" id="{C695E72E-773D-407A-AFA4-EF90ADF9D13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078435" y="436306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BAC82F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81" name="Text Placeholder 7">
            <a:extLst>
              <a:ext uri="{FF2B5EF4-FFF2-40B4-BE49-F238E27FC236}">
                <a16:creationId xmlns:a16="http://schemas.microsoft.com/office/drawing/2014/main" id="{7463FB1C-AFEB-4EAE-B84D-A1613AF5BA7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078434" y="618756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50" name="Text Placeholder 42">
            <a:extLst>
              <a:ext uri="{FF2B5EF4-FFF2-40B4-BE49-F238E27FC236}">
                <a16:creationId xmlns:a16="http://schemas.microsoft.com/office/drawing/2014/main" id="{12DFAD2F-3ED1-46BF-B662-2E96A42C48E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59136" y="863644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accent2">
                <a:alpha val="60000"/>
              </a:schemeClr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</a:t>
            </a:r>
            <a:r>
              <a:rPr lang="ru-RU" dirty="0"/>
              <a:t>2</a:t>
            </a:r>
          </a:p>
        </p:txBody>
      </p:sp>
      <p:sp>
        <p:nvSpPr>
          <p:cNvPr id="82" name="Text Placeholder 7">
            <a:extLst>
              <a:ext uri="{FF2B5EF4-FFF2-40B4-BE49-F238E27FC236}">
                <a16:creationId xmlns:a16="http://schemas.microsoft.com/office/drawing/2014/main" id="{622FB247-DB8F-4B67-B9EA-5741E1DDBEE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422681" y="2025874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81BF3B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83" name="Text Placeholder 7">
            <a:extLst>
              <a:ext uri="{FF2B5EF4-FFF2-40B4-BE49-F238E27FC236}">
                <a16:creationId xmlns:a16="http://schemas.microsoft.com/office/drawing/2014/main" id="{CE2C8800-C93B-4E93-9AE2-9CBFC1E6D76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422680" y="2208324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49" name="Text Placeholder 42">
            <a:extLst>
              <a:ext uri="{FF2B5EF4-FFF2-40B4-BE49-F238E27FC236}">
                <a16:creationId xmlns:a16="http://schemas.microsoft.com/office/drawing/2014/main" id="{CC1B1148-CFC2-4FF7-8B7C-9502EB6500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103304" y="863644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accent2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</a:t>
            </a:r>
            <a:r>
              <a:rPr lang="ru-RU" dirty="0"/>
              <a:t>3</a:t>
            </a:r>
          </a:p>
        </p:txBody>
      </p:sp>
      <p:sp>
        <p:nvSpPr>
          <p:cNvPr id="84" name="Text Placeholder 7">
            <a:extLst>
              <a:ext uri="{FF2B5EF4-FFF2-40B4-BE49-F238E27FC236}">
                <a16:creationId xmlns:a16="http://schemas.microsoft.com/office/drawing/2014/main" id="{60559160-7568-4A5B-88B4-DBB3C42D5D1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755391" y="437795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2CA05B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85" name="Text Placeholder 7">
            <a:extLst>
              <a:ext uri="{FF2B5EF4-FFF2-40B4-BE49-F238E27FC236}">
                <a16:creationId xmlns:a16="http://schemas.microsoft.com/office/drawing/2014/main" id="{AED30C6D-348A-4701-A27D-F10DFC175AC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755390" y="618756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46" name="Text Placeholder 42">
            <a:extLst>
              <a:ext uri="{FF2B5EF4-FFF2-40B4-BE49-F238E27FC236}">
                <a16:creationId xmlns:a16="http://schemas.microsoft.com/office/drawing/2014/main" id="{DC934A70-FE40-4A89-9799-1A672346662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7472" y="863644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accent2">
                <a:lumMod val="75000"/>
              </a:schemeClr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</a:t>
            </a:r>
            <a:r>
              <a:rPr lang="ru-RU" dirty="0"/>
              <a:t>4</a:t>
            </a:r>
          </a:p>
        </p:txBody>
      </p:sp>
      <p:sp>
        <p:nvSpPr>
          <p:cNvPr id="86" name="Text Placeholder 7">
            <a:extLst>
              <a:ext uri="{FF2B5EF4-FFF2-40B4-BE49-F238E27FC236}">
                <a16:creationId xmlns:a16="http://schemas.microsoft.com/office/drawing/2014/main" id="{AB11D018-DEEE-4BCE-B5F0-2B33DD39A6B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106873" y="2025874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1B866F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87" name="Text Placeholder 7">
            <a:extLst>
              <a:ext uri="{FF2B5EF4-FFF2-40B4-BE49-F238E27FC236}">
                <a16:creationId xmlns:a16="http://schemas.microsoft.com/office/drawing/2014/main" id="{085539ED-B933-484F-8ECB-700829A52CA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106872" y="2208324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73" name="Text Placeholder 42">
            <a:extLst>
              <a:ext uri="{FF2B5EF4-FFF2-40B4-BE49-F238E27FC236}">
                <a16:creationId xmlns:a16="http://schemas.microsoft.com/office/drawing/2014/main" id="{F3728A77-BAED-49CA-87A0-DFCB220B3A2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705088" y="1917406"/>
            <a:ext cx="1044000" cy="1044000"/>
          </a:xfrm>
          <a:prstGeom prst="ellipse">
            <a:avLst/>
          </a:prstGeom>
          <a:solidFill>
            <a:schemeClr val="tx1"/>
          </a:solidFill>
          <a:ln w="72390">
            <a:solidFill>
              <a:schemeClr val="bg1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lang="ru-RU" sz="22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20XX</a:t>
            </a:r>
            <a:endParaRPr lang="ru-RU" dirty="0"/>
          </a:p>
        </p:txBody>
      </p:sp>
      <p:sp>
        <p:nvSpPr>
          <p:cNvPr id="57" name="Text Placeholder 42">
            <a:extLst>
              <a:ext uri="{FF2B5EF4-FFF2-40B4-BE49-F238E27FC236}">
                <a16:creationId xmlns:a16="http://schemas.microsoft.com/office/drawing/2014/main" id="{D7526F27-FC58-40E7-A76A-47A27D23255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447472" y="2914158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bg2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Q1</a:t>
            </a:r>
            <a:endParaRPr lang="ru-RU" dirty="0"/>
          </a:p>
        </p:txBody>
      </p:sp>
      <p:sp>
        <p:nvSpPr>
          <p:cNvPr id="94" name="Text Placeholder 7">
            <a:extLst>
              <a:ext uri="{FF2B5EF4-FFF2-40B4-BE49-F238E27FC236}">
                <a16:creationId xmlns:a16="http://schemas.microsoft.com/office/drawing/2014/main" id="{0D030018-A573-45D1-B6EF-210F3CF92D5F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105170" y="4073394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0C6D82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95" name="Text Placeholder 7">
            <a:extLst>
              <a:ext uri="{FF2B5EF4-FFF2-40B4-BE49-F238E27FC236}">
                <a16:creationId xmlns:a16="http://schemas.microsoft.com/office/drawing/2014/main" id="{91FC8372-90CA-42B7-A237-0BC81F2687C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105169" y="4255844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58" name="Text Placeholder 42">
            <a:extLst>
              <a:ext uri="{FF2B5EF4-FFF2-40B4-BE49-F238E27FC236}">
                <a16:creationId xmlns:a16="http://schemas.microsoft.com/office/drawing/2014/main" id="{242D0BB2-4F17-4A8D-87A7-FADA2CAEC6F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103304" y="2914158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bg2">
                <a:lumMod val="75000"/>
              </a:schemeClr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</a:t>
            </a:r>
            <a:r>
              <a:rPr lang="ru-RU" dirty="0"/>
              <a:t>2</a:t>
            </a:r>
          </a:p>
        </p:txBody>
      </p:sp>
      <p:sp>
        <p:nvSpPr>
          <p:cNvPr id="90" name="Text Placeholder 7">
            <a:extLst>
              <a:ext uri="{FF2B5EF4-FFF2-40B4-BE49-F238E27FC236}">
                <a16:creationId xmlns:a16="http://schemas.microsoft.com/office/drawing/2014/main" id="{7F7CC596-D7AD-4DCE-B864-BB1A6A7C8B1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755390" y="2505648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403474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91" name="Text Placeholder 7">
            <a:extLst>
              <a:ext uri="{FF2B5EF4-FFF2-40B4-BE49-F238E27FC236}">
                <a16:creationId xmlns:a16="http://schemas.microsoft.com/office/drawing/2014/main" id="{28E66912-ACE9-4007-9A2B-050DC9408A2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755389" y="2688098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59" name="Text Placeholder 42">
            <a:extLst>
              <a:ext uri="{FF2B5EF4-FFF2-40B4-BE49-F238E27FC236}">
                <a16:creationId xmlns:a16="http://schemas.microsoft.com/office/drawing/2014/main" id="{CC1EC2BE-5D73-4D49-B2F2-4DA2785D6EA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759136" y="2914158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accent1">
                <a:lumMod val="75000"/>
              </a:schemeClr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</a:t>
            </a:r>
            <a:r>
              <a:rPr lang="ru-RU" dirty="0"/>
              <a:t>3</a:t>
            </a:r>
          </a:p>
        </p:txBody>
      </p:sp>
      <p:sp>
        <p:nvSpPr>
          <p:cNvPr id="92" name="Text Placeholder 7">
            <a:extLst>
              <a:ext uri="{FF2B5EF4-FFF2-40B4-BE49-F238E27FC236}">
                <a16:creationId xmlns:a16="http://schemas.microsoft.com/office/drawing/2014/main" id="{441FE3C4-7737-4EB6-9280-FAD8852FB4B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420978" y="4073394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571B6D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93" name="Text Placeholder 7">
            <a:extLst>
              <a:ext uri="{FF2B5EF4-FFF2-40B4-BE49-F238E27FC236}">
                <a16:creationId xmlns:a16="http://schemas.microsoft.com/office/drawing/2014/main" id="{70EF49EC-F8D8-463F-B786-F2C04C33AEE7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420977" y="4255844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56" name="Text Placeholder 42">
            <a:extLst>
              <a:ext uri="{FF2B5EF4-FFF2-40B4-BE49-F238E27FC236}">
                <a16:creationId xmlns:a16="http://schemas.microsoft.com/office/drawing/2014/main" id="{997AC0B1-99FC-455E-A896-3C370BB38C5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14968" y="2914158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tx2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</a:t>
            </a:r>
            <a:r>
              <a:rPr lang="ru-RU" dirty="0"/>
              <a:t>4</a:t>
            </a:r>
          </a:p>
        </p:txBody>
      </p:sp>
      <p:sp>
        <p:nvSpPr>
          <p:cNvPr id="88" name="Text Placeholder 7">
            <a:extLst>
              <a:ext uri="{FF2B5EF4-FFF2-40B4-BE49-F238E27FC236}">
                <a16:creationId xmlns:a16="http://schemas.microsoft.com/office/drawing/2014/main" id="{D66EAED5-741C-44D6-840F-C90C1AF74A2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071198" y="2505648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6F0066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89" name="Text Placeholder 7">
            <a:extLst>
              <a:ext uri="{FF2B5EF4-FFF2-40B4-BE49-F238E27FC236}">
                <a16:creationId xmlns:a16="http://schemas.microsoft.com/office/drawing/2014/main" id="{7887B0FE-2AB8-455F-8EC7-C8F31FEA27CC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071197" y="2688098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75" name="Text Placeholder 42">
            <a:extLst>
              <a:ext uri="{FF2B5EF4-FFF2-40B4-BE49-F238E27FC236}">
                <a16:creationId xmlns:a16="http://schemas.microsoft.com/office/drawing/2014/main" id="{6F1AC56E-6618-4728-A6EA-8B021EB6BCF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188092" y="3979528"/>
            <a:ext cx="1044000" cy="1044000"/>
          </a:xfrm>
          <a:prstGeom prst="ellipse">
            <a:avLst/>
          </a:prstGeom>
          <a:solidFill>
            <a:schemeClr val="tx2"/>
          </a:solidFill>
          <a:ln w="72390">
            <a:solidFill>
              <a:schemeClr val="bg1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lang="ru-RU" sz="22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20XX</a:t>
            </a:r>
            <a:endParaRPr lang="ru-RU" dirty="0"/>
          </a:p>
        </p:txBody>
      </p:sp>
      <p:sp>
        <p:nvSpPr>
          <p:cNvPr id="60" name="Text Placeholder 42">
            <a:extLst>
              <a:ext uri="{FF2B5EF4-FFF2-40B4-BE49-F238E27FC236}">
                <a16:creationId xmlns:a16="http://schemas.microsoft.com/office/drawing/2014/main" id="{DB4C9C65-90B1-4A40-BB7B-DE799076D1B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14968" y="4970360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tx2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Q1</a:t>
            </a:r>
            <a:endParaRPr lang="ru-RU" dirty="0"/>
          </a:p>
        </p:txBody>
      </p:sp>
      <p:sp>
        <p:nvSpPr>
          <p:cNvPr id="96" name="Text Placeholder 7">
            <a:extLst>
              <a:ext uri="{FF2B5EF4-FFF2-40B4-BE49-F238E27FC236}">
                <a16:creationId xmlns:a16="http://schemas.microsoft.com/office/drawing/2014/main" id="{E9ED50CB-058A-4C6B-A8E2-0536EC0E40DA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075657" y="4567759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97" name="Text Placeholder 7">
            <a:extLst>
              <a:ext uri="{FF2B5EF4-FFF2-40B4-BE49-F238E27FC236}">
                <a16:creationId xmlns:a16="http://schemas.microsoft.com/office/drawing/2014/main" id="{04D14365-5F59-4F4F-B237-26A11A2DDDD1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075656" y="4750209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63" name="Text Placeholder 42">
            <a:extLst>
              <a:ext uri="{FF2B5EF4-FFF2-40B4-BE49-F238E27FC236}">
                <a16:creationId xmlns:a16="http://schemas.microsoft.com/office/drawing/2014/main" id="{CFA7DBCF-F797-4B29-8C96-7AC1602BBC8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759136" y="4970360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accent3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</a:t>
            </a:r>
            <a:r>
              <a:rPr lang="ru-RU" dirty="0"/>
              <a:t>2</a:t>
            </a:r>
          </a:p>
        </p:txBody>
      </p:sp>
      <p:sp>
        <p:nvSpPr>
          <p:cNvPr id="100" name="Text Placeholder 7">
            <a:extLst>
              <a:ext uri="{FF2B5EF4-FFF2-40B4-BE49-F238E27FC236}">
                <a16:creationId xmlns:a16="http://schemas.microsoft.com/office/drawing/2014/main" id="{07524528-CBB1-40C1-A6F2-855A4D99478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423464" y="6121335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101" name="Text Placeholder 7">
            <a:extLst>
              <a:ext uri="{FF2B5EF4-FFF2-40B4-BE49-F238E27FC236}">
                <a16:creationId xmlns:a16="http://schemas.microsoft.com/office/drawing/2014/main" id="{41F799BD-659E-472B-98A7-7C06C2F7458C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423463" y="6303785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62" name="Text Placeholder 42">
            <a:extLst>
              <a:ext uri="{FF2B5EF4-FFF2-40B4-BE49-F238E27FC236}">
                <a16:creationId xmlns:a16="http://schemas.microsoft.com/office/drawing/2014/main" id="{113ADCA9-C0A6-4FAB-A09E-4DECBD41D73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3304" y="4970360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accent4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</a:t>
            </a:r>
            <a:r>
              <a:rPr lang="ru-RU" dirty="0"/>
              <a:t>3</a:t>
            </a:r>
          </a:p>
        </p:txBody>
      </p:sp>
      <p:sp>
        <p:nvSpPr>
          <p:cNvPr id="98" name="Text Placeholder 7">
            <a:extLst>
              <a:ext uri="{FF2B5EF4-FFF2-40B4-BE49-F238E27FC236}">
                <a16:creationId xmlns:a16="http://schemas.microsoft.com/office/drawing/2014/main" id="{3EC66011-3B65-49CC-8886-E2CCFBFFABD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759849" y="4567759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E8611D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3B2B5959-E5CC-42A7-B797-463098BE629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759848" y="4750209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61" name="Text Placeholder 42">
            <a:extLst>
              <a:ext uri="{FF2B5EF4-FFF2-40B4-BE49-F238E27FC236}">
                <a16:creationId xmlns:a16="http://schemas.microsoft.com/office/drawing/2014/main" id="{91E8A179-36A3-4D0A-96E7-689F93F9B8F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447472" y="4970360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accent5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</a:t>
            </a:r>
            <a:r>
              <a:rPr lang="ru-RU" dirty="0"/>
              <a:t>4</a:t>
            </a:r>
          </a:p>
        </p:txBody>
      </p:sp>
      <p:sp>
        <p:nvSpPr>
          <p:cNvPr id="102" name="Text Placeholder 7">
            <a:extLst>
              <a:ext uri="{FF2B5EF4-FFF2-40B4-BE49-F238E27FC236}">
                <a16:creationId xmlns:a16="http://schemas.microsoft.com/office/drawing/2014/main" id="{9FDC66A0-D1C5-4C83-BBEE-D079881FADA3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107656" y="6121335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chemeClr val="accent5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103" name="Text Placeholder 7">
            <a:extLst>
              <a:ext uri="{FF2B5EF4-FFF2-40B4-BE49-F238E27FC236}">
                <a16:creationId xmlns:a16="http://schemas.microsoft.com/office/drawing/2014/main" id="{E4E5E736-BFFC-4245-916F-58611012884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8107655" y="6303785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110" name="Text Placeholder 42">
            <a:extLst>
              <a:ext uri="{FF2B5EF4-FFF2-40B4-BE49-F238E27FC236}">
                <a16:creationId xmlns:a16="http://schemas.microsoft.com/office/drawing/2014/main" id="{74922A2C-30D3-4ED0-8443-C57494EB4287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293432" y="4973439"/>
            <a:ext cx="1044000" cy="1044000"/>
          </a:xfrm>
          <a:prstGeom prst="ellipse">
            <a:avLst/>
          </a:prstGeom>
          <a:solidFill>
            <a:schemeClr val="accent5"/>
          </a:solidFill>
          <a:ln w="72390">
            <a:solidFill>
              <a:schemeClr val="bg1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lang="ru-RU" sz="2200" kern="1200" dirty="0">
                <a:solidFill>
                  <a:srgbClr val="454D55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20XX</a:t>
            </a:r>
            <a:endParaRPr lang="ru-R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53E081-530B-464A-B47C-C858A60EB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0373A1-F9A6-4E7C-A04F-22454F3A60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05888" y="550858"/>
            <a:ext cx="2743200" cy="176716"/>
          </a:xfrm>
          <a:prstGeom prst="rect">
            <a:avLst/>
          </a:prstGeom>
        </p:spPr>
        <p:txBody>
          <a:bodyPr/>
          <a:lstStyle/>
          <a:p>
            <a:fld id="{F0BF70C0-85C8-4782-A2DC-740B0F58DBF8}" type="datetime1">
              <a:rPr lang="ru-RU" smtClean="0"/>
              <a:t>05.11.2025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9BF57F-FEA7-4D09-AA29-F32AA5577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1428B-5ACF-4E79-A091-05E2328DA7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7181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A26A151-13BF-4305-A6DC-9DC7C9877195}"/>
              </a:ext>
            </a:extLst>
          </p:cNvPr>
          <p:cNvSpPr/>
          <p:nvPr/>
        </p:nvSpPr>
        <p:spPr>
          <a:xfrm>
            <a:off x="0" y="0"/>
            <a:ext cx="12192000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EE6AE3-3BCC-4B3B-AC4E-60F910144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CB514A-E7EA-41A8-ADBA-85CA1DF6D3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2576513"/>
            <a:ext cx="10869248" cy="3600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9CB0BD-D6E3-4B3D-BCBB-6FECA5D632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6221" y="635720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FC8E16-3C03-4238-9C6F-B34F3D10F77E}" type="datetime1">
              <a:rPr lang="en-US" smtClean="0"/>
              <a:t>11/5/25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4147F7-B466-4892-BE27-876F94751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270162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B4FE0-65CC-4435-A6AF-150E52F35B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4983" y="6356350"/>
            <a:ext cx="12807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646F3F-274D-499B-ABBE-824EB4ABDC3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4194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5" r:id="rId1"/>
    <p:sldLayoutId id="2147483906" r:id="rId2"/>
    <p:sldLayoutId id="2147483907" r:id="rId3"/>
    <p:sldLayoutId id="2147483908" r:id="rId4"/>
    <p:sldLayoutId id="2147483909" r:id="rId5"/>
    <p:sldLayoutId id="2147483903" r:id="rId6"/>
    <p:sldLayoutId id="2147483899" r:id="rId7"/>
    <p:sldLayoutId id="2147483900" r:id="rId8"/>
    <p:sldLayoutId id="2147483901" r:id="rId9"/>
    <p:sldLayoutId id="2147483902" r:id="rId10"/>
    <p:sldLayoutId id="2147483904" r:id="rId11"/>
    <p:sldLayoutId id="2147483918" r:id="rId12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5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EEB309-3929-FF0E-BDEF-07DD470147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1439" y="1673361"/>
            <a:ext cx="5230446" cy="1227221"/>
          </a:xfrm>
        </p:spPr>
        <p:txBody>
          <a:bodyPr anchor="ctr">
            <a:normAutofit fontScale="90000"/>
          </a:bodyPr>
          <a:lstStyle/>
          <a:p>
            <a:r>
              <a:rPr lang="en-US" altLang="ko-KR" dirty="0"/>
              <a:t>ARM Processor</a:t>
            </a:r>
            <a:br>
              <a:rPr lang="en-US" altLang="ko-KR" dirty="0"/>
            </a:br>
            <a:endParaRPr lang="ko-KR" altLang="en-US" dirty="0"/>
          </a:p>
        </p:txBody>
      </p:sp>
      <p:pic>
        <p:nvPicPr>
          <p:cNvPr id="1026" name="Picture 2" descr="Cortex-M4">
            <a:extLst>
              <a:ext uri="{FF2B5EF4-FFF2-40B4-BE49-F238E27FC236}">
                <a16:creationId xmlns:a16="http://schemas.microsoft.com/office/drawing/2014/main" id="{1F1D1580-B74F-5C60-C967-772F8BEE37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" r="10734" b="-4"/>
          <a:stretch/>
        </p:blipFill>
        <p:spPr bwMode="auto">
          <a:xfrm>
            <a:off x="6095998" y="0"/>
            <a:ext cx="609600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85D9FB2-EF99-4CCA-9CDB-EB444E8BDB51}"/>
              </a:ext>
            </a:extLst>
          </p:cNvPr>
          <p:cNvSpPr txBox="1"/>
          <p:nvPr/>
        </p:nvSpPr>
        <p:spPr>
          <a:xfrm>
            <a:off x="1048811" y="6398251"/>
            <a:ext cx="5003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b="1" dirty="0"/>
              <a:t>Robotics </a:t>
            </a:r>
            <a:r>
              <a:rPr lang="ko-KR" altLang="en-US" b="1" dirty="0"/>
              <a:t>정명훈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C983F3-D723-6F86-C98E-DCC005282A53}"/>
              </a:ext>
            </a:extLst>
          </p:cNvPr>
          <p:cNvSpPr txBox="1"/>
          <p:nvPr/>
        </p:nvSpPr>
        <p:spPr>
          <a:xfrm>
            <a:off x="3850105" y="2346585"/>
            <a:ext cx="2709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세미나 </a:t>
            </a:r>
            <a:r>
              <a:rPr lang="en-US" altLang="ko-KR" dirty="0">
                <a:solidFill>
                  <a:schemeClr val="bg1"/>
                </a:solidFill>
              </a:rPr>
              <a:t>3</a:t>
            </a:r>
            <a:r>
              <a:rPr lang="ko-KR" altLang="en-US" dirty="0">
                <a:solidFill>
                  <a:schemeClr val="bg1"/>
                </a:solidFill>
              </a:rPr>
              <a:t>주차</a:t>
            </a:r>
          </a:p>
        </p:txBody>
      </p:sp>
    </p:spTree>
    <p:extLst>
      <p:ext uri="{BB962C8B-B14F-4D97-AF65-F5344CB8AC3E}">
        <p14:creationId xmlns:p14="http://schemas.microsoft.com/office/powerpoint/2010/main" val="2670086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6CB4C-B5E1-4756-815D-BC6EC8E78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892" y="189332"/>
            <a:ext cx="11534862" cy="686113"/>
          </a:xfrm>
        </p:spPr>
        <p:txBody>
          <a:bodyPr>
            <a:noAutofit/>
          </a:bodyPr>
          <a:lstStyle/>
          <a:p>
            <a:r>
              <a:rPr lang="en-US" altLang="ko-KR" sz="4400" dirty="0"/>
              <a:t>ARM Processor Seminar Roadmap</a:t>
            </a:r>
            <a:endParaRPr lang="ru-RU" sz="4400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4306A44-50E7-4C10-ABF1-71CE55A094F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378041" y="2905510"/>
            <a:ext cx="1044000" cy="1044000"/>
          </a:xfrm>
        </p:spPr>
        <p:txBody>
          <a:bodyPr/>
          <a:lstStyle/>
          <a:p>
            <a:r>
              <a:rPr lang="en-US" dirty="0"/>
              <a:t>1</a:t>
            </a:r>
            <a:r>
              <a:rPr lang="ko-KR" altLang="en-US" dirty="0"/>
              <a:t>주</a:t>
            </a:r>
            <a:endParaRPr lang="ru-RU" dirty="0"/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25D376EC-609C-46F1-A4A6-22B3BCBA9777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9036976" y="4067055"/>
            <a:ext cx="1726129" cy="204276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ARM </a:t>
            </a:r>
            <a:r>
              <a:rPr lang="ko-KR" altLang="en-US" dirty="0"/>
              <a:t>프로세서 개요</a:t>
            </a:r>
            <a:endParaRPr lang="ru-RU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8BD9AA2-DFE1-412D-BB95-7989BA1E603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39113" y="2930232"/>
            <a:ext cx="1044000" cy="1044000"/>
          </a:xfrm>
        </p:spPr>
        <p:txBody>
          <a:bodyPr/>
          <a:lstStyle/>
          <a:p>
            <a:r>
              <a:rPr lang="en-US" b="1" dirty="0"/>
              <a:t>2</a:t>
            </a:r>
            <a:r>
              <a:rPr lang="ko-KR" altLang="en-US" b="1" dirty="0"/>
              <a:t>주</a:t>
            </a:r>
            <a:endParaRPr lang="ru-RU" b="1" dirty="0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BB5D9C5D-1FCA-4D88-ADCB-481D203B846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7147106" y="2531331"/>
            <a:ext cx="1726129" cy="204276"/>
          </a:xfrm>
        </p:spPr>
        <p:txBody>
          <a:bodyPr>
            <a:normAutofit fontScale="85000" lnSpcReduction="10000"/>
          </a:bodyPr>
          <a:lstStyle/>
          <a:p>
            <a:r>
              <a:rPr lang="ko-KR" altLang="en-US" dirty="0"/>
              <a:t>*</a:t>
            </a:r>
            <a:r>
              <a:rPr lang="en-US" dirty="0"/>
              <a:t>UART </a:t>
            </a:r>
            <a:r>
              <a:rPr lang="ko-KR" altLang="en-US" dirty="0"/>
              <a:t>통신</a:t>
            </a:r>
            <a:endParaRPr lang="ru-RU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DDFF132-912B-4B2B-B3E5-D1AB199B58C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532758" y="2924536"/>
            <a:ext cx="1044000" cy="1044000"/>
          </a:xfrm>
        </p:spPr>
        <p:txBody>
          <a:bodyPr/>
          <a:lstStyle/>
          <a:p>
            <a:r>
              <a:rPr lang="en-US" dirty="0"/>
              <a:t>3</a:t>
            </a:r>
            <a:r>
              <a:rPr lang="ko-KR" altLang="en-US" dirty="0"/>
              <a:t>주</a:t>
            </a:r>
            <a:endParaRPr lang="ru-RU" dirty="0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97AEBAB8-BDEB-4E4A-B443-829D3C340CA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191693" y="4067055"/>
            <a:ext cx="1726129" cy="204276"/>
          </a:xfrm>
        </p:spPr>
        <p:txBody>
          <a:bodyPr>
            <a:normAutofit fontScale="85000" lnSpcReduction="10000"/>
          </a:bodyPr>
          <a:lstStyle/>
          <a:p>
            <a:r>
              <a:rPr lang="en-US" altLang="ko-KR" b="1" dirty="0"/>
              <a:t>CLCD </a:t>
            </a:r>
            <a:r>
              <a:rPr lang="ko-KR" altLang="en-US" b="1" dirty="0"/>
              <a:t>출력</a:t>
            </a:r>
            <a:endParaRPr lang="en-US" altLang="ko-KR" b="1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950DBC3-6438-47ED-BA7E-BBD7E08290D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708888" y="2902597"/>
            <a:ext cx="1044000" cy="1044000"/>
          </a:xfrm>
        </p:spPr>
        <p:txBody>
          <a:bodyPr/>
          <a:lstStyle/>
          <a:p>
            <a:r>
              <a:rPr lang="en-US" dirty="0"/>
              <a:t>4</a:t>
            </a:r>
            <a:r>
              <a:rPr lang="ko-KR" altLang="en-US" dirty="0"/>
              <a:t>주</a:t>
            </a:r>
            <a:endParaRPr lang="ru-RU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71435C51-CB8E-41E5-8C00-34ADCC273A3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3367823" y="2528249"/>
            <a:ext cx="1726129" cy="204276"/>
          </a:xfrm>
        </p:spPr>
        <p:txBody>
          <a:bodyPr>
            <a:normAutofit fontScale="85000" lnSpcReduction="20000"/>
          </a:bodyPr>
          <a:lstStyle/>
          <a:p>
            <a:r>
              <a:rPr lang="en-US" altLang="ko-KR" dirty="0"/>
              <a:t>ADC</a:t>
            </a:r>
            <a:endParaRPr lang="ru-RU" altLang="ko-KR" dirty="0"/>
          </a:p>
        </p:txBody>
      </p:sp>
      <p:sp>
        <p:nvSpPr>
          <p:cNvPr id="95" name="Text Placeholder 94">
            <a:extLst>
              <a:ext uri="{FF2B5EF4-FFF2-40B4-BE49-F238E27FC236}">
                <a16:creationId xmlns:a16="http://schemas.microsoft.com/office/drawing/2014/main" id="{7C0ECD94-A4CB-4FB7-A7F7-AA32C0ED85D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US" dirty="0"/>
              <a:t>5</a:t>
            </a:r>
            <a:r>
              <a:rPr lang="ko-KR" altLang="en-US" dirty="0"/>
              <a:t>주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5E0624EF-8210-444B-9BC7-2C144038C2F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708888" y="4965034"/>
            <a:ext cx="1044000" cy="1044000"/>
          </a:xfrm>
        </p:spPr>
        <p:txBody>
          <a:bodyPr/>
          <a:lstStyle/>
          <a:p>
            <a:r>
              <a:rPr lang="en-US" dirty="0"/>
              <a:t>6</a:t>
            </a:r>
            <a:r>
              <a:rPr lang="ko-KR" altLang="en-US" dirty="0"/>
              <a:t>주</a:t>
            </a:r>
            <a:endParaRPr lang="ru-RU" dirty="0"/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DF4A9D67-1B01-4CF8-AC0D-C7E518691F6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3367823" y="4556509"/>
            <a:ext cx="1726129" cy="204276"/>
          </a:xfrm>
        </p:spPr>
        <p:txBody>
          <a:bodyPr>
            <a:normAutofit fontScale="85000" lnSpcReduction="20000"/>
          </a:bodyPr>
          <a:lstStyle/>
          <a:p>
            <a:r>
              <a:rPr lang="ko-KR" altLang="en-US" dirty="0"/>
              <a:t>*</a:t>
            </a:r>
            <a:r>
              <a:rPr lang="en-US" altLang="ko-KR" dirty="0"/>
              <a:t>Timer</a:t>
            </a:r>
            <a:endParaRPr lang="ru-RU" altLang="ko-KR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7073D15E-3E59-4781-BA50-8D741A373A3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574000" y="4975694"/>
            <a:ext cx="1044000" cy="1044000"/>
          </a:xfrm>
        </p:spPr>
        <p:txBody>
          <a:bodyPr/>
          <a:lstStyle/>
          <a:p>
            <a:r>
              <a:rPr lang="en-US" dirty="0"/>
              <a:t>7</a:t>
            </a:r>
            <a:r>
              <a:rPr lang="ko-KR" altLang="en-US" dirty="0"/>
              <a:t>주</a:t>
            </a:r>
            <a:endParaRPr lang="ru-RU" dirty="0"/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D183E534-6B6A-4814-BF59-57A6E38C5B02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232935" y="6121335"/>
            <a:ext cx="1726129" cy="659592"/>
          </a:xfrm>
        </p:spPr>
        <p:txBody>
          <a:bodyPr>
            <a:normAutofit/>
          </a:bodyPr>
          <a:lstStyle/>
          <a:p>
            <a:r>
              <a:rPr lang="en-US" dirty="0"/>
              <a:t>I2C</a:t>
            </a:r>
            <a:endParaRPr lang="ru-RU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ACEF7EF-E8CB-4008-A749-3586789460E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488170" y="4965034"/>
            <a:ext cx="1044000" cy="1044000"/>
          </a:xfrm>
        </p:spPr>
        <p:txBody>
          <a:bodyPr/>
          <a:lstStyle/>
          <a:p>
            <a:r>
              <a:rPr lang="en-US" dirty="0"/>
              <a:t>8</a:t>
            </a:r>
            <a:r>
              <a:rPr lang="ko-KR" altLang="en-US" dirty="0"/>
              <a:t>주</a:t>
            </a:r>
            <a:endParaRPr lang="ru-RU" dirty="0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96FA5D30-6CB0-4EEA-AB74-670C4C1A6E09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7098050" y="4656129"/>
            <a:ext cx="1726129" cy="204276"/>
          </a:xfrm>
        </p:spPr>
        <p:txBody>
          <a:bodyPr>
            <a:normAutofit fontScale="85000" lnSpcReduction="20000"/>
          </a:bodyPr>
          <a:lstStyle/>
          <a:p>
            <a:r>
              <a:rPr lang="en-US" altLang="ko-KR" dirty="0"/>
              <a:t>SPI</a:t>
            </a:r>
            <a:endParaRPr lang="ru-RU" altLang="ko-KR" dirty="0"/>
          </a:p>
        </p:txBody>
      </p: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A15ADFC7-484C-4FB9-A3C1-CDAA545F73F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378040" y="4970360"/>
            <a:ext cx="1044000" cy="1044000"/>
          </a:xfrm>
        </p:spPr>
        <p:txBody>
          <a:bodyPr/>
          <a:lstStyle/>
          <a:p>
            <a:r>
              <a:rPr lang="en-US" dirty="0"/>
              <a:t>9</a:t>
            </a:r>
            <a:r>
              <a:rPr lang="ko-KR" altLang="en-US" dirty="0"/>
              <a:t>주</a:t>
            </a:r>
            <a:endParaRPr lang="ru-RU" dirty="0"/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22CF05B5-E92D-4FD2-A21C-956D8E8321A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9036976" y="6121335"/>
            <a:ext cx="1726129" cy="659592"/>
          </a:xfrm>
        </p:spPr>
        <p:txBody>
          <a:bodyPr>
            <a:normAutofit/>
          </a:bodyPr>
          <a:lstStyle/>
          <a:p>
            <a:r>
              <a:rPr lang="en-US" dirty="0"/>
              <a:t>SDIO &amp; </a:t>
            </a:r>
            <a:r>
              <a:rPr lang="en-US" dirty="0" err="1"/>
              <a:t>Fatfs</a:t>
            </a:r>
            <a:endParaRPr lang="ru-RU" dirty="0"/>
          </a:p>
        </p:txBody>
      </p:sp>
      <p:sp>
        <p:nvSpPr>
          <p:cNvPr id="97" name="Text Placeholder 32">
            <a:extLst>
              <a:ext uri="{FF2B5EF4-FFF2-40B4-BE49-F238E27FC236}">
                <a16:creationId xmlns:a16="http://schemas.microsoft.com/office/drawing/2014/main" id="{258CED2E-C5E4-5EE0-63E5-C9113E4295E9}"/>
              </a:ext>
            </a:extLst>
          </p:cNvPr>
          <p:cNvSpPr txBox="1">
            <a:spLocks/>
          </p:cNvSpPr>
          <p:nvPr/>
        </p:nvSpPr>
        <p:spPr>
          <a:xfrm>
            <a:off x="1456489" y="4399390"/>
            <a:ext cx="595872" cy="204276"/>
          </a:xfrm>
          <a:prstGeom prst="rect">
            <a:avLst/>
          </a:prstGeom>
        </p:spPr>
        <p:txBody>
          <a:bodyPr vert="horz" lIns="0" tIns="0" rIns="0" bIns="0" rtlCol="0">
            <a:normAutofit fontScale="85000" lnSpcReduction="20000"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500" b="0" i="0" kern="1200">
                <a:solidFill>
                  <a:srgbClr val="571B6D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DAC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EFF00B-D1F5-341B-BF95-B94155C8B634}"/>
              </a:ext>
            </a:extLst>
          </p:cNvPr>
          <p:cNvSpPr txBox="1"/>
          <p:nvPr/>
        </p:nvSpPr>
        <p:spPr>
          <a:xfrm>
            <a:off x="8669225" y="6530168"/>
            <a:ext cx="31005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200" dirty="0"/>
              <a:t>*</a:t>
            </a:r>
            <a:r>
              <a:rPr lang="ko-KR" altLang="en-US" sz="1200" dirty="0"/>
              <a:t>  실무에 특화된 응용문제가 존재하는 </a:t>
            </a:r>
            <a:r>
              <a:rPr lang="ko-KR" altLang="en-US" sz="1200" dirty="0" err="1"/>
              <a:t>회차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577176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BB31C44-31E4-68F2-5A5B-2780DCE514E0}"/>
              </a:ext>
            </a:extLst>
          </p:cNvPr>
          <p:cNvSpPr/>
          <p:nvPr/>
        </p:nvSpPr>
        <p:spPr>
          <a:xfrm>
            <a:off x="8985" y="0"/>
            <a:ext cx="2764302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325FA6-C969-F6F7-C840-477882525D7E}"/>
              </a:ext>
            </a:extLst>
          </p:cNvPr>
          <p:cNvSpPr txBox="1"/>
          <p:nvPr/>
        </p:nvSpPr>
        <p:spPr>
          <a:xfrm>
            <a:off x="201818" y="998384"/>
            <a:ext cx="23786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bg1"/>
                </a:solidFill>
              </a:rPr>
              <a:t>세미나 로드맵</a:t>
            </a:r>
            <a:r>
              <a:rPr lang="en-US" altLang="ko-KR" sz="2000" dirty="0">
                <a:solidFill>
                  <a:schemeClr val="bg1"/>
                </a:solidFill>
              </a:rPr>
              <a:t>(</a:t>
            </a:r>
            <a:r>
              <a:rPr lang="ko-KR" altLang="en-US" sz="2000" dirty="0">
                <a:solidFill>
                  <a:schemeClr val="bg1"/>
                </a:solidFill>
              </a:rPr>
              <a:t>상세</a:t>
            </a:r>
            <a:r>
              <a:rPr lang="en-US" altLang="ko-KR" sz="2000" dirty="0">
                <a:solidFill>
                  <a:schemeClr val="bg1"/>
                </a:solidFill>
              </a:rPr>
              <a:t>)</a:t>
            </a:r>
            <a:r>
              <a:rPr lang="en-US" altLang="ko-KR" sz="1600" dirty="0">
                <a:solidFill>
                  <a:schemeClr val="bg1"/>
                </a:solidFill>
              </a:rPr>
              <a:t>     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E22E16F-C22D-353D-24DC-D8B20B7D69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717" y="107950"/>
            <a:ext cx="5791200" cy="6642100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CFA67160-6AFB-A3C4-BE10-2EBDA448F4BD}"/>
              </a:ext>
            </a:extLst>
          </p:cNvPr>
          <p:cNvSpPr/>
          <p:nvPr/>
        </p:nvSpPr>
        <p:spPr>
          <a:xfrm>
            <a:off x="4474881" y="2231136"/>
            <a:ext cx="5620871" cy="255673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53948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DDBCB-DC37-2ED8-7610-D38306067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DD22C4-2A50-3ACB-4332-C9459717C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1. </a:t>
            </a:r>
            <a:r>
              <a:rPr lang="en-US" altLang="ko-KR" dirty="0">
                <a:solidFill>
                  <a:srgbClr val="FFFFFF"/>
                </a:solidFill>
              </a:rPr>
              <a:t>CLCD</a:t>
            </a:r>
            <a:r>
              <a:rPr lang="ko-KR" altLang="en-US" dirty="0">
                <a:solidFill>
                  <a:srgbClr val="FFFFFF"/>
                </a:solidFill>
              </a:rPr>
              <a:t> 설명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1</a:t>
            </a:r>
            <a:r>
              <a:rPr lang="en-US" altLang="ko-KR" sz="2800" dirty="0"/>
              <a:t>-1</a:t>
            </a:r>
            <a:r>
              <a:rPr lang="ko-KR" altLang="en-US" sz="2800" dirty="0"/>
              <a:t> 직렬 통신과 병렬 통신의 차이</a:t>
            </a:r>
            <a:endParaRPr lang="ko-KR" altLang="en-US" dirty="0">
              <a:latin typeface="+mn-lt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EFC5C09-BB90-CE0C-C352-B1CA9E281B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5100" y="2645708"/>
            <a:ext cx="6781800" cy="26543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227C9BD-7025-A247-1945-FF10FCF59300}"/>
              </a:ext>
            </a:extLst>
          </p:cNvPr>
          <p:cNvSpPr txBox="1"/>
          <p:nvPr/>
        </p:nvSpPr>
        <p:spPr>
          <a:xfrm>
            <a:off x="2418775" y="5773271"/>
            <a:ext cx="71096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직렬 통신은 데이터를 순차적으로 전송하며 병렬 통신은 동시에 전송</a:t>
            </a:r>
            <a:endParaRPr kumimoji="1" lang="en-US" altLang="ko-KR" dirty="0"/>
          </a:p>
          <a:p>
            <a:r>
              <a:rPr kumimoji="1" lang="ko-KR" altLang="en-US" dirty="0"/>
              <a:t>이번에 학습하는 </a:t>
            </a:r>
            <a:r>
              <a:rPr kumimoji="1" lang="en-US" altLang="ko-KR" b="1" dirty="0"/>
              <a:t>CLCD</a:t>
            </a:r>
            <a:r>
              <a:rPr kumimoji="1" lang="ko-KR" altLang="en-US" b="1" dirty="0"/>
              <a:t>는 병렬통신이다</a:t>
            </a:r>
            <a:r>
              <a:rPr kumimoji="1" lang="en-US" altLang="ko-KR" b="1" dirty="0"/>
              <a:t>.</a:t>
            </a:r>
            <a:endParaRPr kumimoji="1"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017044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41447-12C4-1CF3-4671-186AEE155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D756D-A45E-6D26-80BF-D69AA473E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1. </a:t>
            </a:r>
            <a:r>
              <a:rPr lang="en-US" altLang="ko-KR" dirty="0">
                <a:solidFill>
                  <a:srgbClr val="FFFFFF"/>
                </a:solidFill>
              </a:rPr>
              <a:t>CLCD</a:t>
            </a:r>
            <a:r>
              <a:rPr lang="ko-KR" altLang="en-US" dirty="0">
                <a:solidFill>
                  <a:srgbClr val="FFFFFF"/>
                </a:solidFill>
              </a:rPr>
              <a:t> 설명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1</a:t>
            </a:r>
            <a:r>
              <a:rPr lang="en-US" altLang="ko-KR" sz="2800" dirty="0"/>
              <a:t>-2</a:t>
            </a:r>
            <a:r>
              <a:rPr lang="ko-KR" altLang="en-US" sz="2800" dirty="0"/>
              <a:t> 내부 구조</a:t>
            </a:r>
            <a:endParaRPr lang="ko-KR" altLang="en-US" dirty="0"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546465-4578-4C8F-01AF-09CD057971DE}"/>
              </a:ext>
            </a:extLst>
          </p:cNvPr>
          <p:cNvSpPr txBox="1"/>
          <p:nvPr/>
        </p:nvSpPr>
        <p:spPr>
          <a:xfrm>
            <a:off x="1687229" y="5730599"/>
            <a:ext cx="88175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CLCD</a:t>
            </a:r>
            <a:r>
              <a:rPr kumimoji="1" lang="ko-KR" altLang="en-US" dirty="0"/>
              <a:t>는 </a:t>
            </a:r>
            <a:r>
              <a:rPr kumimoji="1" lang="en-US" altLang="ko-KR" dirty="0"/>
              <a:t>RS</a:t>
            </a:r>
            <a:r>
              <a:rPr kumimoji="1" lang="ko-KR" altLang="en-US" dirty="0"/>
              <a:t>핀 상태에 따라 명령어</a:t>
            </a:r>
            <a:r>
              <a:rPr kumimoji="1" lang="en-US" altLang="ko-KR" dirty="0"/>
              <a:t>,</a:t>
            </a:r>
            <a:r>
              <a:rPr kumimoji="1" lang="ko-KR" altLang="en-US" dirty="0"/>
              <a:t> 데이터로 구분되며 </a:t>
            </a:r>
            <a:r>
              <a:rPr kumimoji="1" lang="en-US" altLang="ko-KR" dirty="0"/>
              <a:t>4bit 8bit</a:t>
            </a:r>
            <a:r>
              <a:rPr kumimoji="1" lang="ko-KR" altLang="en-US" dirty="0"/>
              <a:t> 병렬 통신을 지원한다</a:t>
            </a:r>
            <a:r>
              <a:rPr kumimoji="1" lang="en-US" altLang="ko-KR" dirty="0"/>
              <a:t>.</a:t>
            </a:r>
            <a:endParaRPr kumimoji="1" lang="ko-KR" altLang="en-US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E446FD1-BE11-EF73-EDF7-2E74253F90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8513" y="2729674"/>
            <a:ext cx="5354974" cy="2458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0359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7A4DA-CFEE-1F37-D892-A91FAF419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D6B2BE-A329-48EE-482D-A3486D6F0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1. </a:t>
            </a:r>
            <a:r>
              <a:rPr lang="en-US" altLang="ko-KR" dirty="0">
                <a:solidFill>
                  <a:srgbClr val="FFFFFF"/>
                </a:solidFill>
              </a:rPr>
              <a:t>CLCD</a:t>
            </a:r>
            <a:r>
              <a:rPr lang="ko-KR" altLang="en-US" dirty="0">
                <a:solidFill>
                  <a:srgbClr val="FFFFFF"/>
                </a:solidFill>
              </a:rPr>
              <a:t> 설명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1</a:t>
            </a:r>
            <a:r>
              <a:rPr lang="en-US" altLang="ko-KR" sz="2800" dirty="0"/>
              <a:t>-3</a:t>
            </a:r>
            <a:r>
              <a:rPr lang="ko-KR" altLang="en-US" sz="2800" dirty="0"/>
              <a:t> </a:t>
            </a:r>
            <a:r>
              <a:rPr lang="en-US" altLang="ko-KR" sz="2800" dirty="0"/>
              <a:t>PINMAP</a:t>
            </a:r>
            <a:endParaRPr lang="ko-KR" altLang="en-US" dirty="0"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56D6FD-06CC-4CCE-B321-982C8D7E2C31}"/>
              </a:ext>
            </a:extLst>
          </p:cNvPr>
          <p:cNvSpPr txBox="1"/>
          <p:nvPr/>
        </p:nvSpPr>
        <p:spPr>
          <a:xfrm>
            <a:off x="2410535" y="5876776"/>
            <a:ext cx="73709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CLDC</a:t>
            </a:r>
            <a:r>
              <a:rPr kumimoji="1" lang="ko-KR" altLang="en-US" dirty="0"/>
              <a:t>에는 총 </a:t>
            </a:r>
            <a:r>
              <a:rPr kumimoji="1" lang="en-US" altLang="ko-KR" dirty="0"/>
              <a:t>16</a:t>
            </a:r>
            <a:r>
              <a:rPr kumimoji="1" lang="ko-KR" altLang="en-US" dirty="0"/>
              <a:t>개의 핀이 존재하며 각각의 기능은 상기 이미지와 같다</a:t>
            </a:r>
            <a:r>
              <a:rPr kumimoji="1" lang="en-US" altLang="ko-KR" dirty="0"/>
              <a:t>.</a:t>
            </a:r>
            <a:endParaRPr kumimoji="1" lang="ko-KR" altLang="en-US" b="1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07F273E-1D7A-CCA2-C3FD-E4A361ACFA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4507" y="2544110"/>
            <a:ext cx="5602986" cy="3210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5245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40DEB-6907-BFED-BD34-86EABBA5B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83EAE7-6BEA-5314-5D7A-87BE4378A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2. ARM </a:t>
            </a:r>
            <a:r>
              <a:rPr lang="en-US" altLang="ko-KR" dirty="0">
                <a:solidFill>
                  <a:srgbClr val="FFFFFF"/>
                </a:solidFill>
                <a:latin typeface="+mn-lt"/>
              </a:rPr>
              <a:t>Training Kit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2</a:t>
            </a:r>
            <a:r>
              <a:rPr lang="en-US" altLang="ko-KR" sz="2800" dirty="0"/>
              <a:t>-1</a:t>
            </a:r>
            <a:r>
              <a:rPr lang="ko-KR" altLang="en-US" sz="2800" dirty="0"/>
              <a:t> 회로 설명</a:t>
            </a:r>
            <a:endParaRPr lang="ko-KR" altLang="en-US" dirty="0"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8E5369-E6BF-A87E-251A-6289A0FF2DBF}"/>
              </a:ext>
            </a:extLst>
          </p:cNvPr>
          <p:cNvSpPr txBox="1"/>
          <p:nvPr/>
        </p:nvSpPr>
        <p:spPr>
          <a:xfrm>
            <a:off x="5589600" y="2431741"/>
            <a:ext cx="4976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학습 보드에서는 아래 표와 같이 연결되어 있다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F2430FC-39C4-A265-7EF8-7961788BB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52" y="2431741"/>
            <a:ext cx="4017723" cy="3916247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BC64487-A9EB-B733-F33A-093345E263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3653" y="2835275"/>
            <a:ext cx="2967935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9844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A94D4-E1A7-427A-22F9-35079CA8F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EE1BC2-4475-531B-9E5D-919319A65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3. STM32CubeIDE</a:t>
            </a:r>
            <a:r>
              <a:rPr lang="ko-KR" altLang="en-US" dirty="0">
                <a:latin typeface="+mn-lt"/>
              </a:rPr>
              <a:t> 설정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3</a:t>
            </a:r>
            <a:r>
              <a:rPr lang="en-US" altLang="ko-KR" sz="2800" dirty="0"/>
              <a:t>-1 </a:t>
            </a:r>
            <a:r>
              <a:rPr lang="ko-KR" altLang="en-US" sz="2800" dirty="0"/>
              <a:t>프로젝트 파일 관리 방법</a:t>
            </a:r>
            <a:r>
              <a:rPr lang="en-US" altLang="ko-KR" sz="2800" dirty="0"/>
              <a:t>#1</a:t>
            </a:r>
            <a:endParaRPr lang="ko-KR" altLang="en-US" dirty="0">
              <a:latin typeface="+mn-lt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C3CB561-7C57-9FB1-8A20-C3724DE4C0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72" y="3970264"/>
            <a:ext cx="2667000" cy="12065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977B53E-2869-892E-E178-F2F94B2A892A}"/>
              </a:ext>
            </a:extLst>
          </p:cNvPr>
          <p:cNvSpPr txBox="1"/>
          <p:nvPr/>
        </p:nvSpPr>
        <p:spPr>
          <a:xfrm>
            <a:off x="484552" y="2566423"/>
            <a:ext cx="8605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만약 이전 프로젝트에 작성된 코드에 새롭게 추가하여 프로젝트를 생성해야 한다면</a:t>
            </a:r>
            <a:r>
              <a:rPr kumimoji="1" lang="en-US" altLang="ko-KR" dirty="0"/>
              <a:t>?</a:t>
            </a:r>
            <a:endParaRPr kumimoji="1"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E3DF6B-B75E-C6FD-0E31-EEA549279F83}"/>
              </a:ext>
            </a:extLst>
          </p:cNvPr>
          <p:cNvSpPr txBox="1"/>
          <p:nvPr/>
        </p:nvSpPr>
        <p:spPr>
          <a:xfrm>
            <a:off x="782396" y="5456122"/>
            <a:ext cx="2391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1.</a:t>
            </a:r>
            <a:r>
              <a:rPr kumimoji="1" lang="ko-KR" altLang="en-US" dirty="0"/>
              <a:t> 프로젝트 파일 복사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35F470F0-7C55-97BE-6B65-34FF377112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9499" y="4014714"/>
            <a:ext cx="2324100" cy="11176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3466228-78D1-8407-14CE-AD1AF3DE9338}"/>
              </a:ext>
            </a:extLst>
          </p:cNvPr>
          <p:cNvSpPr txBox="1"/>
          <p:nvPr/>
        </p:nvSpPr>
        <p:spPr>
          <a:xfrm>
            <a:off x="4675459" y="5456122"/>
            <a:ext cx="1872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2. </a:t>
            </a:r>
            <a:r>
              <a:rPr kumimoji="1" lang="ko-KR" altLang="en-US" dirty="0"/>
              <a:t>폴더이름 변경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E50B097B-73A5-4091-5104-676412FAC7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5537" y="3176514"/>
            <a:ext cx="4533900" cy="2794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26C500C-4B85-9EAD-5970-F0C51656DCE0}"/>
              </a:ext>
            </a:extLst>
          </p:cNvPr>
          <p:cNvSpPr txBox="1"/>
          <p:nvPr/>
        </p:nvSpPr>
        <p:spPr>
          <a:xfrm>
            <a:off x="7615973" y="6123543"/>
            <a:ext cx="4033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3.</a:t>
            </a:r>
            <a:r>
              <a:rPr kumimoji="1" lang="ko-KR" altLang="en-US" dirty="0"/>
              <a:t> </a:t>
            </a:r>
            <a:r>
              <a:rPr kumimoji="1" lang="en-US" altLang="ko-KR" dirty="0" err="1"/>
              <a:t>ioc</a:t>
            </a:r>
            <a:r>
              <a:rPr kumimoji="1" lang="ko-KR" altLang="en-US" dirty="0"/>
              <a:t> 파일을 변경된 이름에 맞춰 변경</a:t>
            </a:r>
          </a:p>
        </p:txBody>
      </p:sp>
    </p:spTree>
    <p:extLst>
      <p:ext uri="{BB962C8B-B14F-4D97-AF65-F5344CB8AC3E}">
        <p14:creationId xmlns:p14="http://schemas.microsoft.com/office/powerpoint/2010/main" val="35970073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784C1-9219-A67E-8450-689F8F0E0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8F3DF9-C0F3-0965-F78A-022267A89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3. STM32CubeIDE</a:t>
            </a:r>
            <a:r>
              <a:rPr lang="ko-KR" altLang="en-US" dirty="0">
                <a:latin typeface="+mn-lt"/>
              </a:rPr>
              <a:t> 설정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3</a:t>
            </a:r>
            <a:r>
              <a:rPr lang="en-US" altLang="ko-KR" sz="2800" dirty="0"/>
              <a:t>-2 </a:t>
            </a:r>
            <a:r>
              <a:rPr lang="ko-KR" altLang="en-US" sz="2800" dirty="0"/>
              <a:t>프로젝트 파일 관리 방법</a:t>
            </a:r>
            <a:r>
              <a:rPr lang="en-US" altLang="ko-KR" sz="2800" dirty="0"/>
              <a:t>#2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6C90DA-D4F8-49E5-73F2-427EDD1B3502}"/>
              </a:ext>
            </a:extLst>
          </p:cNvPr>
          <p:cNvSpPr txBox="1"/>
          <p:nvPr/>
        </p:nvSpPr>
        <p:spPr>
          <a:xfrm>
            <a:off x="484552" y="2566423"/>
            <a:ext cx="8605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만약 이전 프로젝트에 작성된 코드에 새롭게 추가하여 프로젝트를 생성해야 한다면</a:t>
            </a:r>
            <a:r>
              <a:rPr kumimoji="1" lang="en-US" altLang="ko-KR" dirty="0"/>
              <a:t>?</a:t>
            </a:r>
            <a:endParaRPr kumimoji="1"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29710D-6AF3-95FA-7F4E-3A30F5BA5201}"/>
              </a:ext>
            </a:extLst>
          </p:cNvPr>
          <p:cNvSpPr txBox="1"/>
          <p:nvPr/>
        </p:nvSpPr>
        <p:spPr>
          <a:xfrm>
            <a:off x="472542" y="5938877"/>
            <a:ext cx="45043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4.</a:t>
            </a:r>
            <a:r>
              <a:rPr kumimoji="1" lang="ko-KR" altLang="en-US" dirty="0"/>
              <a:t> </a:t>
            </a:r>
            <a:r>
              <a:rPr kumimoji="1" lang="en-US" altLang="ko-KR" dirty="0" err="1"/>
              <a:t>Debug.launch</a:t>
            </a:r>
            <a:r>
              <a:rPr kumimoji="1" lang="ko-KR" altLang="en-US" dirty="0"/>
              <a:t> 파일과 </a:t>
            </a:r>
            <a:r>
              <a:rPr kumimoji="1" lang="en-US" altLang="ko-KR" dirty="0"/>
              <a:t>Debug </a:t>
            </a:r>
            <a:r>
              <a:rPr kumimoji="1" lang="ko-KR" altLang="en-US" dirty="0"/>
              <a:t>폴더 삭제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C632F9-F3EB-3EE7-972A-3933406A11F6}"/>
              </a:ext>
            </a:extLst>
          </p:cNvPr>
          <p:cNvSpPr txBox="1"/>
          <p:nvPr/>
        </p:nvSpPr>
        <p:spPr>
          <a:xfrm>
            <a:off x="6060319" y="5792058"/>
            <a:ext cx="51081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5.</a:t>
            </a:r>
            <a:r>
              <a:rPr kumimoji="1" lang="ko-KR" altLang="en-US" dirty="0"/>
              <a:t> </a:t>
            </a:r>
            <a:r>
              <a:rPr kumimoji="1" lang="en-US" altLang="ko-KR" dirty="0"/>
              <a:t>STM32CubeIDE</a:t>
            </a:r>
            <a:r>
              <a:rPr kumimoji="1" lang="ko-KR" altLang="en-US" dirty="0"/>
              <a:t> 실행</a:t>
            </a:r>
            <a:endParaRPr kumimoji="1" lang="en-US" altLang="ko-KR" dirty="0"/>
          </a:p>
          <a:p>
            <a:r>
              <a:rPr kumimoji="1" lang="ko-KR" altLang="en-US" dirty="0"/>
              <a:t>*이때 워크스페이스는 프로젝트 </a:t>
            </a:r>
            <a:r>
              <a:rPr kumimoji="1" lang="en-US" altLang="ko-KR" dirty="0"/>
              <a:t>root </a:t>
            </a:r>
            <a:r>
              <a:rPr kumimoji="1" lang="ko-KR" altLang="en-US" dirty="0" err="1"/>
              <a:t>경로여야함</a:t>
            </a:r>
            <a:endParaRPr kumimoji="1" lang="ko-KR" altLang="en-US" dirty="0"/>
          </a:p>
        </p:txBody>
      </p:sp>
      <p:pic>
        <p:nvPicPr>
          <p:cNvPr id="7" name="그림 6" descr="텍스트, 스크린샷, 전자제품, 멀티미디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F6D4538-96BD-0DB7-85AA-49D94EA4CE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552" y="3017235"/>
            <a:ext cx="4572000" cy="27813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9252DE3-F0D4-9257-9A22-84C82CC05F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1284" y="3573287"/>
            <a:ext cx="3886200" cy="1581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8028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2DA43-435D-0DBB-29EC-78C48A04B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83B1BB-1A82-203C-E27A-8A9678C5A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3. STM32CubeIDE</a:t>
            </a:r>
            <a:r>
              <a:rPr lang="ko-KR" altLang="en-US" dirty="0">
                <a:latin typeface="+mn-lt"/>
              </a:rPr>
              <a:t> 설정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3</a:t>
            </a:r>
            <a:r>
              <a:rPr lang="en-US" altLang="ko-KR" sz="2800" dirty="0"/>
              <a:t>-1 </a:t>
            </a:r>
            <a:r>
              <a:rPr lang="ko-KR" altLang="en-US" sz="2800" dirty="0"/>
              <a:t>프로젝트 파일 관리 방법</a:t>
            </a:r>
            <a:r>
              <a:rPr lang="en-US" altLang="ko-KR" sz="2800" dirty="0"/>
              <a:t>#3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8C14D1-298F-249E-B3B8-90F6470739AC}"/>
              </a:ext>
            </a:extLst>
          </p:cNvPr>
          <p:cNvSpPr txBox="1"/>
          <p:nvPr/>
        </p:nvSpPr>
        <p:spPr>
          <a:xfrm>
            <a:off x="484552" y="2566423"/>
            <a:ext cx="8605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만약 이전 프로젝트에 작성된 코드에 새롭게 추가하여 프로젝트를 생성해야 한다면</a:t>
            </a:r>
            <a:r>
              <a:rPr kumimoji="1" lang="en-US" altLang="ko-KR" dirty="0"/>
              <a:t>?</a:t>
            </a:r>
            <a:endParaRPr kumimoji="1"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79B58F-5E07-05B3-A776-6221332B2B11}"/>
              </a:ext>
            </a:extLst>
          </p:cNvPr>
          <p:cNvSpPr txBox="1"/>
          <p:nvPr/>
        </p:nvSpPr>
        <p:spPr>
          <a:xfrm>
            <a:off x="806247" y="5792058"/>
            <a:ext cx="38342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6.</a:t>
            </a:r>
            <a:r>
              <a:rPr kumimoji="1" lang="ko-KR" altLang="en-US" dirty="0"/>
              <a:t> 이전에 </a:t>
            </a:r>
            <a:r>
              <a:rPr kumimoji="1" lang="ko-KR" altLang="en-US" dirty="0" err="1"/>
              <a:t>열려있던</a:t>
            </a:r>
            <a:r>
              <a:rPr kumimoji="1" lang="ko-KR" altLang="en-US" dirty="0"/>
              <a:t> 프로젝트들 삭제</a:t>
            </a:r>
          </a:p>
        </p:txBody>
      </p:sp>
      <p:pic>
        <p:nvPicPr>
          <p:cNvPr id="4" name="그림 3" descr="텍스트, 소프트웨어, 멀티미디어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D97F45E-D824-60A8-9136-1F9C8A1343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908" y="3449506"/>
            <a:ext cx="4102100" cy="18288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630C58B-A99E-3ED5-1971-CE78B531AF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2444" y="3576506"/>
            <a:ext cx="3721100" cy="17018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03752F2-368E-1FCD-30DA-FB2B06619414}"/>
              </a:ext>
            </a:extLst>
          </p:cNvPr>
          <p:cNvSpPr txBox="1"/>
          <p:nvPr/>
        </p:nvSpPr>
        <p:spPr>
          <a:xfrm>
            <a:off x="6566452" y="5653558"/>
            <a:ext cx="44730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7.</a:t>
            </a:r>
            <a:r>
              <a:rPr kumimoji="1" lang="ko-KR" altLang="en-US" dirty="0"/>
              <a:t> </a:t>
            </a:r>
            <a:r>
              <a:rPr kumimoji="1" lang="en-US" altLang="ko-KR" dirty="0"/>
              <a:t>OK</a:t>
            </a:r>
            <a:r>
              <a:rPr kumimoji="1" lang="ko-KR" altLang="en-US" dirty="0"/>
              <a:t> 버튼 클릭</a:t>
            </a:r>
            <a:endParaRPr kumimoji="1" lang="en-US" altLang="ko-KR" dirty="0"/>
          </a:p>
          <a:p>
            <a:r>
              <a:rPr kumimoji="1" lang="ko-KR" altLang="en-US" dirty="0"/>
              <a:t>*이때 완전히 </a:t>
            </a:r>
            <a:r>
              <a:rPr kumimoji="1" lang="ko-KR" altLang="en-US" dirty="0" err="1"/>
              <a:t>삭제할꺼</a:t>
            </a:r>
            <a:r>
              <a:rPr kumimoji="1" lang="ko-KR" altLang="en-US" dirty="0"/>
              <a:t> 아니면 옵션 체크 </a:t>
            </a:r>
            <a:r>
              <a:rPr kumimoji="1" lang="en-US" altLang="ko-KR" dirty="0"/>
              <a:t>X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533946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99EED-11FF-1476-41B9-7AF561EE9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00C121-93B7-028D-930C-B51B886C5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3. STM32CubeIDE</a:t>
            </a:r>
            <a:r>
              <a:rPr lang="ko-KR" altLang="en-US" dirty="0">
                <a:latin typeface="+mn-lt"/>
              </a:rPr>
              <a:t> 설정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3</a:t>
            </a:r>
            <a:r>
              <a:rPr lang="en-US" altLang="ko-KR" sz="2800" dirty="0"/>
              <a:t>-1 </a:t>
            </a:r>
            <a:r>
              <a:rPr lang="ko-KR" altLang="en-US" sz="2800" dirty="0"/>
              <a:t>프로젝트 파일 관리 방법</a:t>
            </a:r>
            <a:r>
              <a:rPr lang="en-US" altLang="ko-KR" sz="2800" dirty="0"/>
              <a:t>#4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DAE6DB-16F7-28E1-6FCE-3B21D72FD422}"/>
              </a:ext>
            </a:extLst>
          </p:cNvPr>
          <p:cNvSpPr txBox="1"/>
          <p:nvPr/>
        </p:nvSpPr>
        <p:spPr>
          <a:xfrm>
            <a:off x="484552" y="2566423"/>
            <a:ext cx="8605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만약 이전 프로젝트에 작성된 코드에 새롭게 추가하여 프로젝트를 생성해야 한다면</a:t>
            </a:r>
            <a:r>
              <a:rPr kumimoji="1" lang="en-US" altLang="ko-KR" dirty="0"/>
              <a:t>?</a:t>
            </a:r>
            <a:endParaRPr kumimoji="1"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EC128E-4B17-3275-91EA-1FDB36CD9BA7}"/>
              </a:ext>
            </a:extLst>
          </p:cNvPr>
          <p:cNvSpPr txBox="1"/>
          <p:nvPr/>
        </p:nvSpPr>
        <p:spPr>
          <a:xfrm>
            <a:off x="697246" y="5653558"/>
            <a:ext cx="2557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8.</a:t>
            </a:r>
            <a:r>
              <a:rPr kumimoji="1" lang="ko-KR" altLang="en-US" dirty="0"/>
              <a:t> </a:t>
            </a:r>
            <a:r>
              <a:rPr kumimoji="1" lang="en-US" altLang="ko-KR" dirty="0"/>
              <a:t>Import projects</a:t>
            </a:r>
            <a:r>
              <a:rPr kumimoji="1" lang="ko-KR" altLang="en-US" dirty="0"/>
              <a:t> 클릭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C1A8C21-F6C4-461B-16B8-38FF504D94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959" y="3944806"/>
            <a:ext cx="3302000" cy="13335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4475CF1-7F2C-3414-3243-EA9D918517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9956" y="3677721"/>
            <a:ext cx="2049985" cy="188304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A3006B9-BDF8-4D09-9882-2F0E4CB1CF11}"/>
              </a:ext>
            </a:extLst>
          </p:cNvPr>
          <p:cNvSpPr txBox="1"/>
          <p:nvPr/>
        </p:nvSpPr>
        <p:spPr>
          <a:xfrm>
            <a:off x="4387070" y="5659614"/>
            <a:ext cx="37698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9.</a:t>
            </a:r>
            <a:r>
              <a:rPr kumimoji="1" lang="ko-KR" altLang="en-US" dirty="0"/>
              <a:t> </a:t>
            </a:r>
            <a:r>
              <a:rPr kumimoji="1" lang="en-US" altLang="ko-KR" dirty="0"/>
              <a:t>Existing Projects.. </a:t>
            </a:r>
            <a:r>
              <a:rPr kumimoji="1" lang="ko-KR" altLang="en-US" dirty="0"/>
              <a:t>옵션 선택</a:t>
            </a:r>
            <a:r>
              <a:rPr kumimoji="1" lang="en-US" altLang="ko-KR" dirty="0"/>
              <a:t> </a:t>
            </a:r>
            <a:r>
              <a:rPr kumimoji="1" lang="ko-KR" altLang="en-US" dirty="0"/>
              <a:t>후</a:t>
            </a:r>
            <a:endParaRPr kumimoji="1" lang="en-US" altLang="ko-KR" dirty="0"/>
          </a:p>
          <a:p>
            <a:r>
              <a:rPr kumimoji="1" lang="ko-KR" altLang="en-US" dirty="0"/>
              <a:t>프로젝트 </a:t>
            </a:r>
            <a:r>
              <a:rPr kumimoji="1" lang="en-US" altLang="ko-KR" dirty="0"/>
              <a:t>root </a:t>
            </a:r>
            <a:r>
              <a:rPr kumimoji="1" lang="ko-KR" altLang="en-US" dirty="0"/>
              <a:t>디렉토리 선택</a:t>
            </a:r>
            <a:endParaRPr kumimoji="1" lang="en-US" altLang="ko-KR" dirty="0"/>
          </a:p>
          <a:p>
            <a:endParaRPr kumimoji="1" lang="en-US" altLang="ko-KR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1F3B267-74D4-0544-329B-81FA71FB0C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9941" y="3584301"/>
            <a:ext cx="1776990" cy="206925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8022800B-71EA-6AB6-DB24-07D65A0C02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2893" y="3922246"/>
            <a:ext cx="3138406" cy="149541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6E78F8C-B740-EECC-00E9-506E7F8B8F09}"/>
              </a:ext>
            </a:extLst>
          </p:cNvPr>
          <p:cNvSpPr txBox="1"/>
          <p:nvPr/>
        </p:nvSpPr>
        <p:spPr>
          <a:xfrm>
            <a:off x="8317165" y="5657214"/>
            <a:ext cx="37698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10.</a:t>
            </a:r>
            <a:r>
              <a:rPr kumimoji="1" lang="ko-KR" altLang="en-US" dirty="0"/>
              <a:t> 불러와진 프로젝트 </a:t>
            </a:r>
            <a:r>
              <a:rPr kumimoji="1" lang="ko-KR" altLang="en-US" dirty="0" err="1"/>
              <a:t>우클릭</a:t>
            </a:r>
            <a:r>
              <a:rPr kumimoji="1" lang="ko-KR" altLang="en-US" dirty="0"/>
              <a:t> 하여</a:t>
            </a:r>
            <a:endParaRPr kumimoji="1" lang="en-US" altLang="ko-KR" dirty="0"/>
          </a:p>
          <a:p>
            <a:r>
              <a:rPr kumimoji="1" lang="ko-KR" altLang="en-US" dirty="0"/>
              <a:t>이름을 이전에 변경한 폴더명과 동일하게 설정</a:t>
            </a:r>
            <a:endParaRPr kumimoji="1"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6374541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3558D-BD5E-DF36-3AD4-F45E8C83A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A8422A-86D4-1765-6010-A80A7FCB3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3. STM32CubeIDE</a:t>
            </a:r>
            <a:r>
              <a:rPr lang="ko-KR" altLang="en-US" dirty="0">
                <a:latin typeface="+mn-lt"/>
              </a:rPr>
              <a:t> 설정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3</a:t>
            </a:r>
            <a:r>
              <a:rPr lang="en-US" altLang="ko-KR" sz="2800" dirty="0"/>
              <a:t>-1 </a:t>
            </a:r>
            <a:r>
              <a:rPr lang="ko-KR" altLang="en-US" sz="2800" dirty="0"/>
              <a:t>프로젝트 파일 관리 방법</a:t>
            </a:r>
            <a:r>
              <a:rPr lang="en-US" altLang="ko-KR" sz="2800" dirty="0"/>
              <a:t>#5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4688BD-7B04-4FB5-C57B-ECE04C20D0A3}"/>
              </a:ext>
            </a:extLst>
          </p:cNvPr>
          <p:cNvSpPr txBox="1"/>
          <p:nvPr/>
        </p:nvSpPr>
        <p:spPr>
          <a:xfrm>
            <a:off x="484552" y="2566423"/>
            <a:ext cx="8605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만약 이전 프로젝트에 작성된 코드에 새롭게 추가하여 프로젝트를 생성해야 한다면</a:t>
            </a:r>
            <a:r>
              <a:rPr kumimoji="1" lang="en-US" altLang="ko-KR" dirty="0"/>
              <a:t>?</a:t>
            </a:r>
            <a:endParaRPr kumimoji="1"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CAA767F-1FCE-A3F1-A189-02A8EB2CC9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061" y="3284402"/>
            <a:ext cx="4929788" cy="259965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8008B18-C854-6581-A91B-4D29ED6226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9383" y="3669831"/>
            <a:ext cx="3454400" cy="18288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ECEE2E3-6AF0-0163-364E-7AB3271F7A43}"/>
              </a:ext>
            </a:extLst>
          </p:cNvPr>
          <p:cNvSpPr txBox="1"/>
          <p:nvPr/>
        </p:nvSpPr>
        <p:spPr>
          <a:xfrm>
            <a:off x="2222984" y="6232707"/>
            <a:ext cx="77460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프로젝트를 살펴보면 이전에 설정한 값과 코드가 남아있는 것을 볼 수 있다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888920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AF0A2-002D-4ADE-DCEC-833B04586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FDE4AE-7D01-D563-0E92-43FB88329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3. STM32CubeIDE</a:t>
            </a:r>
            <a:r>
              <a:rPr lang="ko-KR" altLang="en-US" dirty="0">
                <a:latin typeface="+mn-lt"/>
              </a:rPr>
              <a:t> 설정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3</a:t>
            </a:r>
            <a:r>
              <a:rPr lang="en-US" altLang="ko-KR" sz="2800" dirty="0"/>
              <a:t>-2 CLCD</a:t>
            </a:r>
            <a:r>
              <a:rPr lang="ko-KR" altLang="en-US" sz="2800" dirty="0"/>
              <a:t> 설정 방법 </a:t>
            </a:r>
            <a:r>
              <a:rPr lang="en-US" altLang="ko-KR" sz="2800" dirty="0"/>
              <a:t>#1</a:t>
            </a:r>
            <a:endParaRPr lang="ko-KR" altLang="en-US" dirty="0">
              <a:latin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909D51-2896-4847-9B08-FF9FBE833AA2}"/>
              </a:ext>
            </a:extLst>
          </p:cNvPr>
          <p:cNvSpPr txBox="1"/>
          <p:nvPr/>
        </p:nvSpPr>
        <p:spPr>
          <a:xfrm>
            <a:off x="3014472" y="5746477"/>
            <a:ext cx="61630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dirty="0"/>
              <a:t>앞서 설명한 </a:t>
            </a:r>
            <a:r>
              <a:rPr kumimoji="1" lang="ko-KR" altLang="en-US" dirty="0" err="1"/>
              <a:t>핀맵대로</a:t>
            </a:r>
            <a:r>
              <a:rPr kumimoji="1" lang="ko-KR" altLang="en-US" dirty="0"/>
              <a:t> 모두 </a:t>
            </a:r>
            <a:r>
              <a:rPr kumimoji="1" lang="en-US" altLang="ko-KR" b="1" dirty="0"/>
              <a:t>GPIO OUT</a:t>
            </a:r>
            <a:r>
              <a:rPr kumimoji="1" lang="ko-KR" altLang="en-US" dirty="0" err="1"/>
              <a:t>으로</a:t>
            </a:r>
            <a:r>
              <a:rPr kumimoji="1" lang="ko-KR" altLang="en-US" b="1" dirty="0"/>
              <a:t> </a:t>
            </a:r>
            <a:r>
              <a:rPr kumimoji="1" lang="ko-KR" altLang="en-US" dirty="0"/>
              <a:t>설정하면 된다</a:t>
            </a:r>
            <a:r>
              <a:rPr kumimoji="1" lang="en-US" altLang="ko-KR" dirty="0"/>
              <a:t>.</a:t>
            </a:r>
          </a:p>
          <a:p>
            <a:endParaRPr kumimoji="1"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89DA725-16DA-9F6B-DAF2-B76CA385E2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0" y="3066542"/>
            <a:ext cx="2032000" cy="19685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1555594-5C70-B5DA-D740-A18B162320EE}"/>
              </a:ext>
            </a:extLst>
          </p:cNvPr>
          <p:cNvSpPr txBox="1"/>
          <p:nvPr/>
        </p:nvSpPr>
        <p:spPr>
          <a:xfrm>
            <a:off x="3164684" y="6215876"/>
            <a:ext cx="59475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200" b="1" dirty="0"/>
              <a:t>* </a:t>
            </a:r>
            <a:r>
              <a:rPr lang="ko-KR" altLang="en-US" sz="1200" b="1" dirty="0"/>
              <a:t>이때 우 클릭 후 </a:t>
            </a:r>
            <a:r>
              <a:rPr lang="en-US" altLang="ko-KR" sz="1200" b="1" dirty="0"/>
              <a:t>Enter User Label</a:t>
            </a:r>
            <a:r>
              <a:rPr lang="ko-KR" altLang="en-US" sz="1200" b="1" dirty="0"/>
              <a:t>을 클릭하여 이름을 이미지와 같이 변경 </a:t>
            </a:r>
            <a:r>
              <a:rPr lang="ko-KR" altLang="en-US" sz="1200" b="1" dirty="0" err="1"/>
              <a:t>해야한다</a:t>
            </a:r>
            <a:r>
              <a:rPr lang="en-US" altLang="ko-KR" sz="1200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628761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C0A13-22F2-2918-DE76-DD2847151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3F8DD3-8925-D2FB-C160-384FCEF44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3. STM32CubeIDE</a:t>
            </a:r>
            <a:r>
              <a:rPr lang="ko-KR" altLang="en-US" dirty="0">
                <a:latin typeface="+mn-lt"/>
              </a:rPr>
              <a:t> 설정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3</a:t>
            </a:r>
            <a:r>
              <a:rPr lang="en-US" altLang="ko-KR" sz="2800" dirty="0"/>
              <a:t>-2 CLCD</a:t>
            </a:r>
            <a:r>
              <a:rPr lang="ko-KR" altLang="en-US" sz="2800" dirty="0"/>
              <a:t> 설정 방법 </a:t>
            </a:r>
            <a:r>
              <a:rPr lang="en-US" altLang="ko-KR" sz="2800" dirty="0"/>
              <a:t>#2</a:t>
            </a:r>
            <a:endParaRPr lang="ko-KR" altLang="en-US" dirty="0">
              <a:latin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1E0347-5758-9909-9861-60234FBDB99D}"/>
              </a:ext>
            </a:extLst>
          </p:cNvPr>
          <p:cNvSpPr txBox="1"/>
          <p:nvPr/>
        </p:nvSpPr>
        <p:spPr>
          <a:xfrm>
            <a:off x="5483352" y="4163998"/>
            <a:ext cx="61630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CLCD </a:t>
            </a:r>
            <a:r>
              <a:rPr kumimoji="1" lang="ko-KR" altLang="en-US" dirty="0"/>
              <a:t>내부적으로 사용하는 </a:t>
            </a:r>
            <a:r>
              <a:rPr kumimoji="1" lang="en-US" altLang="ko-KR" dirty="0" err="1"/>
              <a:t>delay_us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위해</a:t>
            </a:r>
            <a:r>
              <a:rPr kumimoji="1" lang="en-US" altLang="ko-KR" dirty="0"/>
              <a:t> TIM4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이미지와 같이 설정해 준다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88C9746-00BB-504B-74B2-D6BC3CA66C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059" y="2481453"/>
            <a:ext cx="4156825" cy="401142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D8396BC-EC29-DE3B-2436-6A822DE600E1}"/>
              </a:ext>
            </a:extLst>
          </p:cNvPr>
          <p:cNvSpPr txBox="1"/>
          <p:nvPr/>
        </p:nvSpPr>
        <p:spPr>
          <a:xfrm>
            <a:off x="5483352" y="6069572"/>
            <a:ext cx="38990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200" b="1" dirty="0"/>
              <a:t>*</a:t>
            </a:r>
            <a:r>
              <a:rPr kumimoji="1" lang="en-US" altLang="ko-KR" sz="1200" b="1" dirty="0" err="1"/>
              <a:t>Prescaler</a:t>
            </a:r>
            <a:r>
              <a:rPr kumimoji="1" lang="ko-KR" altLang="en-US" sz="1200" b="1" dirty="0"/>
              <a:t>나 </a:t>
            </a:r>
            <a:r>
              <a:rPr kumimoji="1" lang="en-US" altLang="ko-KR" sz="1200" b="1" dirty="0"/>
              <a:t>ARR</a:t>
            </a:r>
            <a:r>
              <a:rPr kumimoji="1" lang="ko-KR" altLang="en-US" sz="1200" b="1" dirty="0"/>
              <a:t>의 값은 </a:t>
            </a:r>
            <a:r>
              <a:rPr kumimoji="1" lang="en-US" altLang="ko-KR" sz="1200" b="1" dirty="0"/>
              <a:t>TIM4 CLK</a:t>
            </a:r>
            <a:r>
              <a:rPr kumimoji="1" lang="ko-KR" altLang="en-US" sz="1200" b="1" dirty="0" err="1"/>
              <a:t>에</a:t>
            </a:r>
            <a:r>
              <a:rPr kumimoji="1" lang="ko-KR" altLang="en-US" sz="1200" b="1" dirty="0"/>
              <a:t> 따라 달라진다</a:t>
            </a:r>
            <a:r>
              <a:rPr kumimoji="1" lang="en-US" altLang="ko-KR" sz="1200" b="1" dirty="0"/>
              <a:t>.</a:t>
            </a:r>
            <a:endParaRPr lang="en-US" altLang="ko-KR" sz="1200" b="1" dirty="0"/>
          </a:p>
        </p:txBody>
      </p:sp>
    </p:spTree>
    <p:extLst>
      <p:ext uri="{BB962C8B-B14F-4D97-AF65-F5344CB8AC3E}">
        <p14:creationId xmlns:p14="http://schemas.microsoft.com/office/powerpoint/2010/main" val="22004862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DAD81B-2115-D1FD-6972-35A23BEA0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20">
            <a:extLst>
              <a:ext uri="{FF2B5EF4-FFF2-40B4-BE49-F238E27FC236}">
                <a16:creationId xmlns:a16="http://schemas.microsoft.com/office/drawing/2014/main" id="{4D23E633-E6C0-7FD3-835A-F657588DC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Slide Background">
            <a:extLst>
              <a:ext uri="{FF2B5EF4-FFF2-40B4-BE49-F238E27FC236}">
                <a16:creationId xmlns:a16="http://schemas.microsoft.com/office/drawing/2014/main" id="{230468DB-7E91-A677-B40E-B9728D769A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6" descr="회로판">
            <a:extLst>
              <a:ext uri="{FF2B5EF4-FFF2-40B4-BE49-F238E27FC236}">
                <a16:creationId xmlns:a16="http://schemas.microsoft.com/office/drawing/2014/main" id="{638EE6DE-901A-49FB-D236-5EF89F7FADC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730"/>
          <a:stretch/>
        </p:blipFill>
        <p:spPr>
          <a:xfrm>
            <a:off x="20" y="10"/>
            <a:ext cx="12191979" cy="6857988"/>
          </a:xfrm>
          <a:prstGeom prst="rect">
            <a:avLst/>
          </a:prstGeom>
          <a:effectLst>
            <a:outerShdw blurRad="596900" dist="330200" dir="8820000" sx="87000" sy="87000" algn="ctr" rotWithShape="0">
              <a:srgbClr val="000000">
                <a:alpha val="29000"/>
              </a:srgbClr>
            </a:outerShdw>
          </a:effectLst>
        </p:spPr>
      </p:pic>
      <p:sp>
        <p:nvSpPr>
          <p:cNvPr id="22" name="Rectangle 24">
            <a:extLst>
              <a:ext uri="{FF2B5EF4-FFF2-40B4-BE49-F238E27FC236}">
                <a16:creationId xmlns:a16="http://schemas.microsoft.com/office/drawing/2014/main" id="{2914EAE0-BBD5-3860-803F-947A11452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229530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24AFB3-2137-405A-75EF-3123B1714BE7}"/>
              </a:ext>
            </a:extLst>
          </p:cNvPr>
          <p:cNvSpPr txBox="1"/>
          <p:nvPr/>
        </p:nvSpPr>
        <p:spPr>
          <a:xfrm>
            <a:off x="5494308" y="240075"/>
            <a:ext cx="1203383" cy="1815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atinLnBrk="0">
              <a:spcBef>
                <a:spcPct val="0"/>
              </a:spcBef>
              <a:spcAft>
                <a:spcPts val="600"/>
              </a:spcAft>
            </a:pPr>
            <a:r>
              <a:rPr lang="ko-KR" altLang="en-US" sz="36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응용</a:t>
            </a:r>
          </a:p>
        </p:txBody>
      </p:sp>
    </p:spTree>
    <p:extLst>
      <p:ext uri="{BB962C8B-B14F-4D97-AF65-F5344CB8AC3E}">
        <p14:creationId xmlns:p14="http://schemas.microsoft.com/office/powerpoint/2010/main" val="857938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914D5-E6C9-77D6-0FD5-1CB9BC7E6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26DC2C-2F2A-342E-630E-4FDE21178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4. </a:t>
            </a:r>
            <a:r>
              <a:rPr lang="ko-KR" altLang="en-US" dirty="0" err="1">
                <a:solidFill>
                  <a:srgbClr val="FFFFFF"/>
                </a:solidFill>
              </a:rPr>
              <a:t>응용편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4-1</a:t>
            </a:r>
            <a:r>
              <a:rPr lang="ko-KR" altLang="en-US" sz="2800" dirty="0">
                <a:latin typeface="+mn-lt"/>
              </a:rPr>
              <a:t>메모장 만들기</a:t>
            </a:r>
            <a:endParaRPr lang="ko-KR" altLang="en-US" dirty="0"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D92152-1243-FF37-B84C-2F81B07BAA90}"/>
              </a:ext>
            </a:extLst>
          </p:cNvPr>
          <p:cNvSpPr txBox="1"/>
          <p:nvPr/>
        </p:nvSpPr>
        <p:spPr>
          <a:xfrm>
            <a:off x="484552" y="3235700"/>
            <a:ext cx="1086924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문제</a:t>
            </a:r>
            <a:r>
              <a:rPr lang="en-US" altLang="ko-KR" dirty="0"/>
              <a:t>:</a:t>
            </a:r>
          </a:p>
          <a:p>
            <a:r>
              <a:rPr lang="ko-KR" altLang="en-US" dirty="0"/>
              <a:t>인터럽트 방식 </a:t>
            </a:r>
            <a:r>
              <a:rPr lang="en-US" altLang="ko-KR" dirty="0"/>
              <a:t>UART</a:t>
            </a:r>
            <a:r>
              <a:rPr lang="ko-KR" altLang="en-US" dirty="0" err="1"/>
              <a:t>를</a:t>
            </a:r>
            <a:r>
              <a:rPr lang="ko-KR" altLang="en-US" dirty="0"/>
              <a:t> 사용하여 </a:t>
            </a:r>
            <a:r>
              <a:rPr lang="en-US" altLang="ko-KR" dirty="0"/>
              <a:t>PC</a:t>
            </a:r>
            <a:r>
              <a:rPr lang="ko-KR" altLang="en-US" dirty="0"/>
              <a:t>로부터 수신 받은 문자를</a:t>
            </a:r>
            <a:r>
              <a:rPr lang="en-US" altLang="ko-KR" dirty="0"/>
              <a:t> LCD</a:t>
            </a:r>
            <a:r>
              <a:rPr lang="ko-KR" altLang="en-US" dirty="0"/>
              <a:t>로 출력</a:t>
            </a:r>
            <a:endParaRPr lang="en-US" altLang="ko-KR" dirty="0"/>
          </a:p>
          <a:p>
            <a:endParaRPr kumimoji="1" lang="en-US" altLang="ko-KR" dirty="0"/>
          </a:p>
          <a:p>
            <a:r>
              <a:rPr kumimoji="1" lang="ko-KR" altLang="en-US" dirty="0"/>
              <a:t>조건</a:t>
            </a:r>
            <a:r>
              <a:rPr kumimoji="1" lang="en-US" altLang="ko-KR" dirty="0"/>
              <a:t>:</a:t>
            </a:r>
          </a:p>
          <a:p>
            <a:r>
              <a:rPr kumimoji="1" lang="en-US" altLang="ko-KR" dirty="0"/>
              <a:t>1.</a:t>
            </a:r>
            <a:r>
              <a:rPr kumimoji="1" lang="ko-KR" altLang="en-US" dirty="0"/>
              <a:t> 키보드 </a:t>
            </a:r>
            <a:r>
              <a:rPr kumimoji="1" lang="en-US" altLang="ko-KR" dirty="0"/>
              <a:t>back space</a:t>
            </a:r>
            <a:r>
              <a:rPr kumimoji="1" lang="ko-KR" altLang="en-US" dirty="0"/>
              <a:t> 입력하면 </a:t>
            </a:r>
            <a:r>
              <a:rPr kumimoji="1" lang="en-US" altLang="ko-KR" dirty="0"/>
              <a:t>LCD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이전에 입력한 문자 제거 하고 커서도 뒤로 이동</a:t>
            </a:r>
            <a:endParaRPr kumimoji="1" lang="en-US" altLang="ko-KR" dirty="0"/>
          </a:p>
          <a:p>
            <a:r>
              <a:rPr kumimoji="1" lang="en-US" altLang="ko-KR" dirty="0"/>
              <a:t>2.</a:t>
            </a:r>
            <a:r>
              <a:rPr kumimoji="1" lang="ko-KR" altLang="en-US" dirty="0"/>
              <a:t> </a:t>
            </a:r>
            <a:r>
              <a:rPr kumimoji="1" lang="en-US" altLang="ko-KR" dirty="0"/>
              <a:t>Clear(</a:t>
            </a:r>
            <a:r>
              <a:rPr kumimoji="1" lang="ko-KR" altLang="en-US" dirty="0"/>
              <a:t>대소문자 구분 </a:t>
            </a:r>
            <a:r>
              <a:rPr kumimoji="1" lang="en-US" altLang="ko-KR" dirty="0"/>
              <a:t>X)</a:t>
            </a:r>
            <a:r>
              <a:rPr kumimoji="1" lang="ko-KR" altLang="en-US" dirty="0"/>
              <a:t> 입력하면 </a:t>
            </a:r>
            <a:r>
              <a:rPr kumimoji="1" lang="en-US" altLang="ko-KR" dirty="0"/>
              <a:t>LCD</a:t>
            </a:r>
            <a:r>
              <a:rPr kumimoji="1" lang="ko-KR" altLang="en-US" dirty="0"/>
              <a:t> 초기화</a:t>
            </a:r>
            <a:r>
              <a:rPr kumimoji="1" lang="en-US" altLang="ko-KR" dirty="0"/>
              <a:t>(</a:t>
            </a:r>
            <a:r>
              <a:rPr kumimoji="1" lang="ko-KR" altLang="en-US" dirty="0"/>
              <a:t>클리어</a:t>
            </a:r>
            <a:r>
              <a:rPr kumimoji="1" lang="en-US" altLang="ko-KR" dirty="0"/>
              <a:t>)</a:t>
            </a:r>
          </a:p>
          <a:p>
            <a:r>
              <a:rPr kumimoji="1" lang="en-US" altLang="ko-KR" dirty="0"/>
              <a:t>3.</a:t>
            </a:r>
            <a:r>
              <a:rPr kumimoji="1" lang="ko-KR" altLang="en-US" dirty="0"/>
              <a:t> </a:t>
            </a:r>
            <a:r>
              <a:rPr kumimoji="1" lang="en-US" altLang="ko-KR" dirty="0"/>
              <a:t>Enter</a:t>
            </a:r>
            <a:r>
              <a:rPr kumimoji="1" lang="ko-KR" altLang="en-US" dirty="0"/>
              <a:t> 입력 시 입력되는 열 바뀜</a:t>
            </a:r>
          </a:p>
        </p:txBody>
      </p:sp>
    </p:spTree>
    <p:extLst>
      <p:ext uri="{BB962C8B-B14F-4D97-AF65-F5344CB8AC3E}">
        <p14:creationId xmlns:p14="http://schemas.microsoft.com/office/powerpoint/2010/main" val="1119290337"/>
      </p:ext>
    </p:extLst>
  </p:cSld>
  <p:clrMapOvr>
    <a:masterClrMapping/>
  </p:clrMapOvr>
</p:sld>
</file>

<file path=ppt/theme/theme1.xml><?xml version="1.0" encoding="utf-8"?>
<a:theme xmlns:a="http://schemas.openxmlformats.org/drawingml/2006/main" name="MatrixVTI">
  <a:themeElements>
    <a:clrScheme name="Custom 29">
      <a:dk1>
        <a:srgbClr val="000000"/>
      </a:dk1>
      <a:lt1>
        <a:sysClr val="window" lastClr="FFFFFF"/>
      </a:lt1>
      <a:dk2>
        <a:srgbClr val="465959"/>
      </a:dk2>
      <a:lt2>
        <a:srgbClr val="ECF0F0"/>
      </a:lt2>
      <a:accent1>
        <a:srgbClr val="1EBE9B"/>
      </a:accent1>
      <a:accent2>
        <a:srgbClr val="FD7C7C"/>
      </a:accent2>
      <a:accent3>
        <a:srgbClr val="7DA8B5"/>
      </a:accent3>
      <a:accent4>
        <a:srgbClr val="17967B"/>
      </a:accent4>
      <a:accent5>
        <a:srgbClr val="FB7365"/>
      </a:accent5>
      <a:accent6>
        <a:srgbClr val="D39B17"/>
      </a:accent6>
      <a:hlink>
        <a:srgbClr val="EF08F7"/>
      </a:hlink>
      <a:folHlink>
        <a:srgbClr val="8477FE"/>
      </a:folHlink>
    </a:clrScheme>
    <a:fontScheme name="Custom 4">
      <a:majorFont>
        <a:latin typeface="Bahnschrif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trixVTI" id="{A2576CCC-A559-4FD4-A542-772649F65A84}" vid="{5CBC41A9-80A0-44C6-90CD-6D8630343525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1942</TotalTime>
  <Words>495</Words>
  <Application>Microsoft Macintosh PowerPoint</Application>
  <PresentationFormat>와이드스크린</PresentationFormat>
  <Paragraphs>74</Paragraphs>
  <Slides>16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1" baseType="lpstr">
      <vt:lpstr>맑은 고딕</vt:lpstr>
      <vt:lpstr>Arial</vt:lpstr>
      <vt:lpstr>Avenir Next LT Pro</vt:lpstr>
      <vt:lpstr>Bahnschrift</vt:lpstr>
      <vt:lpstr>MatrixVTI</vt:lpstr>
      <vt:lpstr>ARM Processor </vt:lpstr>
      <vt:lpstr>ARM Processor Seminar Roadmap</vt:lpstr>
      <vt:lpstr>PowerPoint 프레젠테이션</vt:lpstr>
      <vt:lpstr>1. CLCD 설명 1-1 직렬 통신과 병렬 통신의 차이</vt:lpstr>
      <vt:lpstr>1. CLCD 설명 1-2 내부 구조</vt:lpstr>
      <vt:lpstr>1. CLCD 설명 1-3 PINMAP</vt:lpstr>
      <vt:lpstr>2. ARM Training Kit 2-1 회로 설명</vt:lpstr>
      <vt:lpstr>3. STM32CubeIDE 설정 3-1 프로젝트 파일 관리 방법#1</vt:lpstr>
      <vt:lpstr>3. STM32CubeIDE 설정 3-2 프로젝트 파일 관리 방법#2</vt:lpstr>
      <vt:lpstr>3. STM32CubeIDE 설정 3-1 프로젝트 파일 관리 방법#3</vt:lpstr>
      <vt:lpstr>3. STM32CubeIDE 설정 3-1 프로젝트 파일 관리 방법#4</vt:lpstr>
      <vt:lpstr>3. STM32CubeIDE 설정 3-1 프로젝트 파일 관리 방법#5</vt:lpstr>
      <vt:lpstr>3. STM32CubeIDE 설정 3-2 CLCD 설정 방법 #1</vt:lpstr>
      <vt:lpstr>3. STM32CubeIDE 설정 3-2 CLCD 설정 방법 #2</vt:lpstr>
      <vt:lpstr>PowerPoint 프레젠테이션</vt:lpstr>
      <vt:lpstr>4. 응용편 4-1메모장 만들기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ARM Processor 세미나</dc:title>
  <dc:creator>mta</dc:creator>
  <cp:lastModifiedBy>mta</cp:lastModifiedBy>
  <cp:revision>632</cp:revision>
  <dcterms:created xsi:type="dcterms:W3CDTF">2023-04-01T05:56:39Z</dcterms:created>
  <dcterms:modified xsi:type="dcterms:W3CDTF">2025-11-05T14:01:13Z</dcterms:modified>
</cp:coreProperties>
</file>
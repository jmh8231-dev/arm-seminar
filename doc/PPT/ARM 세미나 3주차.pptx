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18"/>
  </p:notesMasterIdLst>
  <p:sldIdLst>
    <p:sldId id="256" r:id="rId2"/>
    <p:sldId id="405" r:id="rId3"/>
    <p:sldId id="258" r:id="rId4"/>
    <p:sldId id="463" r:id="rId5"/>
    <p:sldId id="462" r:id="rId6"/>
    <p:sldId id="464" r:id="rId7"/>
    <p:sldId id="439" r:id="rId8"/>
    <p:sldId id="441" r:id="rId9"/>
    <p:sldId id="442" r:id="rId10"/>
    <p:sldId id="443" r:id="rId11"/>
    <p:sldId id="444" r:id="rId12"/>
    <p:sldId id="445" r:id="rId13"/>
    <p:sldId id="454" r:id="rId14"/>
    <p:sldId id="465" r:id="rId15"/>
    <p:sldId id="459" r:id="rId16"/>
    <p:sldId id="43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3"/>
            <p14:sldId id="462"/>
            <p14:sldId id="464"/>
            <p14:sldId id="439"/>
            <p14:sldId id="441"/>
            <p14:sldId id="442"/>
            <p14:sldId id="443"/>
            <p14:sldId id="444"/>
            <p14:sldId id="445"/>
            <p14:sldId id="454"/>
            <p14:sldId id="465"/>
            <p14:sldId id="459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9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b="1" dirty="0"/>
              <a:t>CLCD </a:t>
            </a:r>
            <a:r>
              <a:rPr lang="ko-KR" altLang="en-US" b="1" dirty="0"/>
              <a:t>출력</a:t>
            </a:r>
            <a:endParaRPr lang="en-US" altLang="ko-KR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I2C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SPI</a:t>
            </a:r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SDIO &amp; </a:t>
            </a:r>
            <a:r>
              <a:rPr lang="en-US" dirty="0" err="1"/>
              <a:t>Fatfs</a:t>
            </a:r>
            <a:endParaRPr lang="ru-RU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22E16F-C22D-353D-24DC-D8B20B7D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17" y="107950"/>
            <a:ext cx="5791200" cy="66421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474881" y="2231136"/>
            <a:ext cx="5620871" cy="25567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직렬 통신과 병렬 통신의 차이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C5C09-BB90-CE0C-C352-B1CA9E281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645708"/>
            <a:ext cx="6781800" cy="265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7C9BD-7025-A247-1945-FF10FCF59300}"/>
              </a:ext>
            </a:extLst>
          </p:cNvPr>
          <p:cNvSpPr txBox="1"/>
          <p:nvPr/>
        </p:nvSpPr>
        <p:spPr>
          <a:xfrm>
            <a:off x="2418775" y="5773271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직렬 통신은 데이터를 순차적으로 전송하며 병렬 통신은 동시에 전송</a:t>
            </a:r>
            <a:endParaRPr kumimoji="1" lang="en-US" altLang="ko-KR" dirty="0"/>
          </a:p>
          <a:p>
            <a:r>
              <a:rPr kumimoji="1" lang="ko-KR" altLang="en-US" dirty="0"/>
              <a:t>이번에 학습하는 </a:t>
            </a:r>
            <a:r>
              <a:rPr kumimoji="1" lang="en-US" altLang="ko-KR" b="1" dirty="0"/>
              <a:t>CLCD</a:t>
            </a:r>
            <a:r>
              <a:rPr kumimoji="1" lang="ko-KR" altLang="en-US" b="1" dirty="0"/>
              <a:t>는 병렬통신이다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1447-12C4-1CF3-4671-186AEE15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D756D-A45E-6D26-80BF-D69AA473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내부 구조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6465-4578-4C8F-01AF-09CD057971DE}"/>
              </a:ext>
            </a:extLst>
          </p:cNvPr>
          <p:cNvSpPr txBox="1"/>
          <p:nvPr/>
        </p:nvSpPr>
        <p:spPr>
          <a:xfrm>
            <a:off x="1687229" y="5730599"/>
            <a:ext cx="881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CLCD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RS</a:t>
            </a:r>
            <a:r>
              <a:rPr kumimoji="1" lang="ko-KR" altLang="en-US" dirty="0"/>
              <a:t>핀 상태에 따라 명령어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데이터로 구분되며 </a:t>
            </a:r>
            <a:r>
              <a:rPr kumimoji="1" lang="en-US" altLang="ko-KR" dirty="0"/>
              <a:t>4bit 8bit</a:t>
            </a:r>
            <a:r>
              <a:rPr kumimoji="1" lang="ko-KR" altLang="en-US" dirty="0"/>
              <a:t> 병렬 통신을 지원한다</a:t>
            </a:r>
            <a:r>
              <a:rPr kumimoji="1" lang="en-US" altLang="ko-KR" dirty="0"/>
              <a:t>.</a:t>
            </a:r>
            <a:endParaRPr kumimoji="1"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446FD1-BE11-EF73-EDF7-2E74253F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13" y="2729674"/>
            <a:ext cx="5354974" cy="245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3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A4DA-CFEE-1F37-D892-A91FAF41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6B2BE-A329-48EE-482D-A3486D6F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PINMAP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6D6FD-06CC-4CCE-B321-982C8D7E2C31}"/>
              </a:ext>
            </a:extLst>
          </p:cNvPr>
          <p:cNvSpPr txBox="1"/>
          <p:nvPr/>
        </p:nvSpPr>
        <p:spPr>
          <a:xfrm>
            <a:off x="2410535" y="5876776"/>
            <a:ext cx="737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CLDC</a:t>
            </a:r>
            <a:r>
              <a:rPr kumimoji="1" lang="ko-KR" altLang="en-US" dirty="0"/>
              <a:t>에는 총 </a:t>
            </a:r>
            <a:r>
              <a:rPr kumimoji="1" lang="en-US" altLang="ko-KR" dirty="0"/>
              <a:t>16</a:t>
            </a:r>
            <a:r>
              <a:rPr kumimoji="1" lang="ko-KR" altLang="en-US" dirty="0"/>
              <a:t>개의 핀이 존재하며 각각의 기능은 상기 이미지와 같다</a:t>
            </a:r>
            <a:r>
              <a:rPr kumimoji="1" lang="en-US" altLang="ko-KR" dirty="0"/>
              <a:t>.</a:t>
            </a:r>
            <a:endParaRPr kumimoji="1"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7F273E-1D7A-CCA2-C3FD-E4A361ACF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507" y="2544110"/>
            <a:ext cx="5602986" cy="32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2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0DEB-6907-BFED-BD34-86EABBA5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3EAE7-6BEA-5314-5D7A-87BE4378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ARM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Training Kit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회로 설명</a:t>
            </a:r>
            <a:endParaRPr lang="ko-KR" alt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5369-E6BF-A87E-251A-6289A0FF2DBF}"/>
              </a:ext>
            </a:extLst>
          </p:cNvPr>
          <p:cNvSpPr txBox="1"/>
          <p:nvPr/>
        </p:nvSpPr>
        <p:spPr>
          <a:xfrm>
            <a:off x="5589600" y="2431741"/>
            <a:ext cx="497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학습 보드에서는 아래 표와 같이 연결되어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2430FC-39C4-A265-7EF8-7961788B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31741"/>
            <a:ext cx="4017723" cy="39162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C64487-A9EB-B733-F33A-093345E26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53" y="2835275"/>
            <a:ext cx="296793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8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F0A2-002D-4ADE-DCEC-833B0458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DE4AE-7D01-D563-0E92-43FB8832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CLCD</a:t>
            </a:r>
            <a:r>
              <a:rPr lang="ko-KR" altLang="en-US" sz="2800" dirty="0"/>
              <a:t> 설정 방법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09D51-2896-4847-9B08-FF9FBE833AA2}"/>
              </a:ext>
            </a:extLst>
          </p:cNvPr>
          <p:cNvSpPr txBox="1"/>
          <p:nvPr/>
        </p:nvSpPr>
        <p:spPr>
          <a:xfrm>
            <a:off x="3014472" y="5746477"/>
            <a:ext cx="6163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앞서 설명한 </a:t>
            </a:r>
            <a:r>
              <a:rPr kumimoji="1" lang="ko-KR" altLang="en-US" dirty="0" err="1"/>
              <a:t>핀맵대로</a:t>
            </a:r>
            <a:r>
              <a:rPr kumimoji="1" lang="ko-KR" altLang="en-US" dirty="0"/>
              <a:t> 모두 </a:t>
            </a:r>
            <a:r>
              <a:rPr kumimoji="1" lang="en-US" altLang="ko-KR" b="1" dirty="0"/>
              <a:t>GPIO OUT</a:t>
            </a:r>
            <a:r>
              <a:rPr kumimoji="1" lang="ko-KR" altLang="en-US" dirty="0" err="1"/>
              <a:t>으로</a:t>
            </a:r>
            <a:r>
              <a:rPr kumimoji="1" lang="ko-KR" altLang="en-US" b="1" dirty="0"/>
              <a:t> </a:t>
            </a:r>
            <a:r>
              <a:rPr kumimoji="1" lang="ko-KR" altLang="en-US" dirty="0"/>
              <a:t>설정하면 된다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9DA725-16DA-9F6B-DAF2-B76CA385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3066542"/>
            <a:ext cx="2032000" cy="1968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55594-5C70-B5DA-D740-A18B162320EE}"/>
              </a:ext>
            </a:extLst>
          </p:cNvPr>
          <p:cNvSpPr txBox="1"/>
          <p:nvPr/>
        </p:nvSpPr>
        <p:spPr>
          <a:xfrm>
            <a:off x="3164684" y="6215876"/>
            <a:ext cx="5947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/>
              <a:t>* </a:t>
            </a:r>
            <a:r>
              <a:rPr lang="ko-KR" altLang="en-US" sz="1200" b="1" dirty="0"/>
              <a:t>이때 우 클릭 후 </a:t>
            </a:r>
            <a:r>
              <a:rPr lang="en-US" altLang="ko-KR" sz="1200" b="1" dirty="0"/>
              <a:t>Enter User Label</a:t>
            </a:r>
            <a:r>
              <a:rPr lang="ko-KR" altLang="en-US" sz="1200" b="1" dirty="0"/>
              <a:t>을 클릭하여 이름을 이미지와 같이 변경 </a:t>
            </a:r>
            <a:r>
              <a:rPr lang="ko-KR" altLang="en-US" sz="1200" b="1" dirty="0" err="1"/>
              <a:t>해야한다</a:t>
            </a:r>
            <a:r>
              <a:rPr lang="en-US" altLang="ko-KR" sz="1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87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0A13-22F2-2918-DE76-DD284715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F8DD3-8925-D2FB-C160-384FCEF4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CLCD</a:t>
            </a:r>
            <a:r>
              <a:rPr lang="ko-KR" altLang="en-US" sz="2800" dirty="0"/>
              <a:t> 설정 방법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E0347-5758-9909-9861-60234FBDB99D}"/>
              </a:ext>
            </a:extLst>
          </p:cNvPr>
          <p:cNvSpPr txBox="1"/>
          <p:nvPr/>
        </p:nvSpPr>
        <p:spPr>
          <a:xfrm>
            <a:off x="5483352" y="4163998"/>
            <a:ext cx="6163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CLCD </a:t>
            </a:r>
            <a:r>
              <a:rPr kumimoji="1" lang="ko-KR" altLang="en-US" dirty="0"/>
              <a:t>내부적으로 사용하는 </a:t>
            </a:r>
            <a:r>
              <a:rPr kumimoji="1" lang="en-US" altLang="ko-KR" dirty="0" err="1"/>
              <a:t>delay_us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위해</a:t>
            </a:r>
            <a:r>
              <a:rPr kumimoji="1" lang="en-US" altLang="ko-KR" dirty="0"/>
              <a:t> TIM4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이미지와 같이 설정해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8C9746-00BB-504B-74B2-D6BC3CA6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59" y="2481453"/>
            <a:ext cx="4156825" cy="4011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396BC-EC29-DE3B-2436-6A822DE600E1}"/>
              </a:ext>
            </a:extLst>
          </p:cNvPr>
          <p:cNvSpPr txBox="1"/>
          <p:nvPr/>
        </p:nvSpPr>
        <p:spPr>
          <a:xfrm>
            <a:off x="5483352" y="6069572"/>
            <a:ext cx="389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</a:t>
            </a:r>
            <a:r>
              <a:rPr kumimoji="1" lang="en-US" altLang="ko-KR" sz="1200" b="1" dirty="0" err="1"/>
              <a:t>Prescaler</a:t>
            </a:r>
            <a:r>
              <a:rPr kumimoji="1" lang="ko-KR" altLang="en-US" sz="1200" b="1" dirty="0"/>
              <a:t>나 </a:t>
            </a:r>
            <a:r>
              <a:rPr kumimoji="1" lang="en-US" altLang="ko-KR" sz="1200" b="1" dirty="0"/>
              <a:t>ARR</a:t>
            </a:r>
            <a:r>
              <a:rPr kumimoji="1" lang="ko-KR" altLang="en-US" sz="1200" b="1" dirty="0"/>
              <a:t>의 값은 </a:t>
            </a:r>
            <a:r>
              <a:rPr kumimoji="1" lang="en-US" altLang="ko-KR" sz="1200" b="1" dirty="0"/>
              <a:t>TIM4 CLK</a:t>
            </a:r>
            <a:r>
              <a:rPr kumimoji="1" lang="ko-KR" altLang="en-US" sz="1200" b="1" dirty="0" err="1"/>
              <a:t>에</a:t>
            </a:r>
            <a:r>
              <a:rPr kumimoji="1" lang="ko-KR" altLang="en-US" sz="1200" b="1" dirty="0"/>
              <a:t> 따라 달라진다</a:t>
            </a:r>
            <a:r>
              <a:rPr kumimoji="1" lang="en-US" altLang="ko-KR" sz="1200" b="1" dirty="0"/>
              <a:t>.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2004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14D5-E6C9-77D6-0FD5-1CB9BC7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DC2C-2F2A-342E-630E-4FDE2117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4-1</a:t>
            </a:r>
            <a:r>
              <a:rPr lang="ko-KR" altLang="en-US" sz="2800" dirty="0">
                <a:latin typeface="+mn-lt"/>
              </a:rPr>
              <a:t>메모장 만들기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92152-1243-FF37-B84C-2F81B07BAA90}"/>
              </a:ext>
            </a:extLst>
          </p:cNvPr>
          <p:cNvSpPr txBox="1"/>
          <p:nvPr/>
        </p:nvSpPr>
        <p:spPr>
          <a:xfrm>
            <a:off x="484552" y="3235700"/>
            <a:ext cx="10869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인터럽트 방식 </a:t>
            </a:r>
            <a:r>
              <a:rPr lang="en-US" altLang="ko-KR" dirty="0"/>
              <a:t>UART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PC</a:t>
            </a:r>
            <a:r>
              <a:rPr lang="ko-KR" altLang="en-US" dirty="0"/>
              <a:t>로부터 수신 받은 문자를</a:t>
            </a:r>
            <a:r>
              <a:rPr lang="en-US" altLang="ko-KR" dirty="0"/>
              <a:t> LCD</a:t>
            </a:r>
            <a:r>
              <a:rPr lang="ko-KR" altLang="en-US" dirty="0"/>
              <a:t>로 출력</a:t>
            </a:r>
            <a:endParaRPr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조건</a:t>
            </a:r>
            <a:r>
              <a:rPr kumimoji="1" lang="en-US" altLang="ko-KR" dirty="0"/>
              <a:t>:</a:t>
            </a:r>
          </a:p>
          <a:p>
            <a:r>
              <a:rPr kumimoji="1" lang="en-US" altLang="ko-KR" dirty="0"/>
              <a:t>1.</a:t>
            </a:r>
            <a:r>
              <a:rPr kumimoji="1" lang="ko-KR" altLang="en-US" dirty="0"/>
              <a:t> 키보드 </a:t>
            </a:r>
            <a:r>
              <a:rPr kumimoji="1" lang="en-US" altLang="ko-KR" dirty="0"/>
              <a:t>back space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이전에 입력한 문자 제거 하고 커서도 뒤로 이동</a:t>
            </a:r>
            <a:endParaRPr kumimoji="1" lang="en-US" altLang="ko-KR" dirty="0"/>
          </a:p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Clear(</a:t>
            </a:r>
            <a:r>
              <a:rPr kumimoji="1" lang="ko-KR" altLang="en-US" dirty="0"/>
              <a:t>대소문자 구분 </a:t>
            </a:r>
            <a:r>
              <a:rPr kumimoji="1" lang="en-US" altLang="ko-KR" dirty="0"/>
              <a:t>X)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/>
              <a:t> 초기화</a:t>
            </a:r>
            <a:r>
              <a:rPr kumimoji="1" lang="en-US" altLang="ko-KR" dirty="0"/>
              <a:t>(</a:t>
            </a:r>
            <a:r>
              <a:rPr kumimoji="1" lang="ko-KR" altLang="en-US" dirty="0"/>
              <a:t>클리어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Enter</a:t>
            </a:r>
            <a:r>
              <a:rPr kumimoji="1" lang="ko-KR" altLang="en-US" dirty="0"/>
              <a:t> 입력 시 입력되는 열 바뀜</a:t>
            </a:r>
          </a:p>
        </p:txBody>
      </p:sp>
    </p:spTree>
    <p:extLst>
      <p:ext uri="{BB962C8B-B14F-4D97-AF65-F5344CB8AC3E}">
        <p14:creationId xmlns:p14="http://schemas.microsoft.com/office/powerpoint/2010/main" val="1119290337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</TotalTime>
  <Words>495</Words>
  <Application>Microsoft Macintosh PowerPoint</Application>
  <PresentationFormat>와이드스크린</PresentationFormat>
  <Paragraphs>74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CLCD 설명 1-1 직렬 통신과 병렬 통신의 차이</vt:lpstr>
      <vt:lpstr>1. CLCD 설명 1-2 내부 구조</vt:lpstr>
      <vt:lpstr>1. CLCD 설명 1-3 PINMAP</vt:lpstr>
      <vt:lpstr>2. ARM Training Kit 2-1 회로 설명</vt:lpstr>
      <vt:lpstr>3. STM32CubeIDE 설정 3-1 프로젝트 파일 관리 방법#1</vt:lpstr>
      <vt:lpstr>3. STM32CubeIDE 설정 3-1 프로젝트 파일 관리 방법#2</vt:lpstr>
      <vt:lpstr>3. STM32CubeIDE 설정 3-1 프로젝트 파일 관리 방법#3</vt:lpstr>
      <vt:lpstr>3. STM32CubeIDE 설정 3-1 프로젝트 파일 관리 방법#4</vt:lpstr>
      <vt:lpstr>3. STM32CubeIDE 설정 3-1 프로젝트 파일 관리 방법#5</vt:lpstr>
      <vt:lpstr>3. STM32CubeIDE 설정 3-1 CLCD 설정 방법 #1</vt:lpstr>
      <vt:lpstr>3. STM32CubeIDE 설정 3-1 CLCD 설정 방법 #2</vt:lpstr>
      <vt:lpstr>PowerPoint 프레젠테이션</vt:lpstr>
      <vt:lpstr>4. 응용편 4-1메모장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628</cp:revision>
  <dcterms:created xsi:type="dcterms:W3CDTF">2023-04-01T05:56:39Z</dcterms:created>
  <dcterms:modified xsi:type="dcterms:W3CDTF">2025-11-05T12:00:38Z</dcterms:modified>
</cp:coreProperties>
</file>